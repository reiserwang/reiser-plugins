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2F55F0"/>
          </p15:clr>
        </p15:guide>
        <p15:guide id="2" pos="5760" userDrawn="1">
          <p15:clr>
            <a:srgbClr val="2F55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16204A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2F55F0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1A83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3D6A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C5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01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FFFFFF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FFFFFF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A8B4CE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A8B4CE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A8B4CE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S Blue Dark">
  <a:themeElements>
    <a:clrScheme name="SKS Blue Dark">
      <a:dk1>
        <a:srgbClr val="080D1A"/>
      </a:dk1>
      <a:lt1>
        <a:srgbClr val="FFFFFF"/>
      </a:lt1>
      <a:dk2>
        <a:srgbClr val="101832"/>
      </a:dk2>
      <a:lt2>
        <a:srgbClr val="A8B4CE"/>
      </a:lt2>
      <a:accent1>
        <a:srgbClr val="2F55F0"/>
      </a:accent1>
      <a:accent2>
        <a:srgbClr val="3D6AFF"/>
      </a:accent2>
      <a:accent3>
        <a:srgbClr val="1A83A3"/>
      </a:accent3>
      <a:accent4>
        <a:srgbClr val="268777"/>
      </a:accent4>
      <a:accent5>
        <a:srgbClr val="218A4B"/>
      </a:accent5>
      <a:accent6>
        <a:srgbClr val="9C53E6"/>
      </a:accent6>
      <a:hlink>
        <a:srgbClr val="8CB8FF"/>
      </a:hlink>
      <a:folHlink>
        <a:srgbClr val="A8B4CE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Blue Dark template</dc:title>
  <dc:creator>house-style</dc:creator>
  <cp:lastModifiedBy>house-style</cp:lastModifiedBy>
  <cp:revision>1</cp:revision>
</cp:coreProperties>
</file>