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4"/>
  </p:notesMasterIdLst>
  <p:sldIdLst>
    <p:sldId id="256" r:id="rId2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D7B9C"/>
    <a:srgbClr val="C28E3C"/>
    <a:srgbClr val="6B8E5C"/>
    <a:srgbClr val="8B7BAC"/>
    <a:srgbClr val="1F1E1D"/>
    <a:srgbClr val="CC785C"/>
    <a:srgbClr val="F6F3F2"/>
    <a:srgbClr val="D5D0C8"/>
    <a:srgbClr val="E9E4DF"/>
    <a:srgbClr val="1F1E1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6301"/>
    <p:restoredTop sz="80000"/>
  </p:normalViewPr>
  <p:slideViewPr>
    <p:cSldViewPr snapToGrid="0" snapToObjects="1">
      <p:cViewPr varScale="1">
        <p:scale>
          <a:sx n="67" d="100"/>
          <a:sy n="67" d="100"/>
        </p:scale>
        <p:origin x="504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51028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userDrawn="1">
  <p:cSld name="Cover">
    <p:bg>
      <p:bgPr>
        <a:solidFill>
          <a:srgbClr val="CC78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3810000"/>
            <a:ext cx="1686560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{{DECK_TITLE}}　|　{{DECK_TITLE_EN}}</a:t>
            </a:r>
          </a:p>
        </p:txBody>
      </p:sp>
      <p:sp>
        <p:nvSpPr>
          <p:cNvPr id="102" name="ctrTitle102"/>
          <p:cNvSpPr>
            <a:spLocks noGrp="1"/>
          </p:cNvSpPr>
          <p:nvPr>
            <p:ph type="ctrTitle"/>
          </p:nvPr>
        </p:nvSpPr>
        <p:spPr>
          <a:xfrm>
            <a:off x="711200" y="4318000"/>
            <a:ext cx="16865600" cy="165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4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Report title here</a:t>
            </a:r>
          </a:p>
        </p:txBody>
      </p:sp>
      <p:sp>
        <p:nvSpPr>
          <p:cNvPr id="103" name="subTitle103"/>
          <p:cNvSpPr>
            <a:spLocks noGrp="1"/>
          </p:cNvSpPr>
          <p:nvPr>
            <p:ph type="subTitle" idx="1"/>
          </p:nvPr>
        </p:nvSpPr>
        <p:spPr>
          <a:xfrm>
            <a:off x="711200" y="6172200"/>
            <a:ext cx="10456672" cy="762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1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Subtitle · reporting period</a:t>
            </a:r>
          </a:p>
        </p:txBody>
      </p:sp>
      <p:sp>
        <p:nvSpPr>
          <p:cNvPr id="104" name="sh104"/>
          <p:cNvSpPr/>
          <p:nvPr userDrawn="1"/>
        </p:nvSpPr>
        <p:spPr>
          <a:xfrm>
            <a:off x="711200" y="7366000"/>
            <a:ext cx="1524000" cy="38100"/>
          </a:xfrm>
          <a:prstGeom prst="rect">
            <a:avLst/>
          </a:prstGeom>
          <a:solidFill>
            <a:srgbClr val="F5F1E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5" name="tx105"/>
          <p:cNvSpPr txBox="1"/>
          <p:nvPr userDrawn="1"/>
        </p:nvSpPr>
        <p:spPr>
          <a:xfrm>
            <a:off x="711200" y="7747000"/>
            <a:ext cx="1686560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0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{{ORG}} · {{UNIT}}</a:t>
            </a:r>
          </a:p>
        </p:txBody>
      </p:sp>
      <p:sp>
        <p:nvSpPr>
          <p:cNvPr id="106" name="tx106"/>
          <p:cNvSpPr txBox="1"/>
          <p:nvPr userDrawn="1"/>
        </p:nvSpPr>
        <p:spPr>
          <a:xfrm>
            <a:off x="711200" y="9804400"/>
            <a:ext cx="168656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1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{{CLASSIFICATION}}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AGENDA · 議程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5484707" cy="1651000"/>
          </a:xfrm>
          <a:prstGeom prst="roundRect">
            <a:avLst>
              <a:gd name="adj" fmla="val 8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tx107"/>
          <p:cNvSpPr txBox="1"/>
          <p:nvPr userDrawn="1"/>
        </p:nvSpPr>
        <p:spPr>
          <a:xfrm>
            <a:off x="916940" y="2390140"/>
            <a:ext cx="508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4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01</a:t>
            </a:r>
          </a:p>
        </p:txBody>
      </p:sp>
      <p:sp>
        <p:nvSpPr>
          <p:cNvPr id="108" name="body108"/>
          <p:cNvSpPr>
            <a:spLocks noGrp="1"/>
          </p:cNvSpPr>
          <p:nvPr>
            <p:ph type="body" idx="10"/>
          </p:nvPr>
        </p:nvSpPr>
        <p:spPr>
          <a:xfrm>
            <a:off x="916940" y="2921000"/>
            <a:ext cx="5073227" cy="685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Agenda item</a:t>
            </a:r>
          </a:p>
        </p:txBody>
      </p:sp>
      <p:sp>
        <p:nvSpPr>
          <p:cNvPr id="109" name="sh109"/>
          <p:cNvSpPr/>
          <p:nvPr userDrawn="1"/>
        </p:nvSpPr>
        <p:spPr>
          <a:xfrm>
            <a:off x="6401647" y="2184400"/>
            <a:ext cx="5484707" cy="1651000"/>
          </a:xfrm>
          <a:prstGeom prst="roundRect">
            <a:avLst>
              <a:gd name="adj" fmla="val 8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0" name="tx110"/>
          <p:cNvSpPr txBox="1"/>
          <p:nvPr userDrawn="1"/>
        </p:nvSpPr>
        <p:spPr>
          <a:xfrm>
            <a:off x="6607387" y="2390140"/>
            <a:ext cx="508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4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02</a:t>
            </a:r>
          </a:p>
        </p:txBody>
      </p:sp>
      <p:sp>
        <p:nvSpPr>
          <p:cNvPr id="111" name="body111"/>
          <p:cNvSpPr>
            <a:spLocks noGrp="1"/>
          </p:cNvSpPr>
          <p:nvPr>
            <p:ph type="body" idx="11"/>
          </p:nvPr>
        </p:nvSpPr>
        <p:spPr>
          <a:xfrm>
            <a:off x="6607387" y="2921000"/>
            <a:ext cx="5073227" cy="685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Agenda item</a:t>
            </a:r>
          </a:p>
        </p:txBody>
      </p:sp>
      <p:sp>
        <p:nvSpPr>
          <p:cNvPr id="112" name="sh112"/>
          <p:cNvSpPr/>
          <p:nvPr userDrawn="1"/>
        </p:nvSpPr>
        <p:spPr>
          <a:xfrm>
            <a:off x="12092093" y="2184400"/>
            <a:ext cx="5484707" cy="1651000"/>
          </a:xfrm>
          <a:prstGeom prst="roundRect">
            <a:avLst>
              <a:gd name="adj" fmla="val 8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3" name="tx113"/>
          <p:cNvSpPr txBox="1"/>
          <p:nvPr userDrawn="1"/>
        </p:nvSpPr>
        <p:spPr>
          <a:xfrm>
            <a:off x="12297833" y="2390140"/>
            <a:ext cx="508000" cy="431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4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03</a:t>
            </a:r>
          </a:p>
        </p:txBody>
      </p:sp>
      <p:sp>
        <p:nvSpPr>
          <p:cNvPr id="114" name="body114"/>
          <p:cNvSpPr>
            <a:spLocks noGrp="1"/>
          </p:cNvSpPr>
          <p:nvPr>
            <p:ph type="body" idx="41"/>
          </p:nvPr>
        </p:nvSpPr>
        <p:spPr>
          <a:xfrm>
            <a:off x="12297833" y="2921000"/>
            <a:ext cx="5073227" cy="685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Agenda item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userDrawn="1">
  <p:cSld name="Section Divider">
    <p:bg>
      <p:bgPr>
        <a:solidFill>
          <a:srgbClr val="CC78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body101"/>
          <p:cNvSpPr>
            <a:spLocks noGrp="1"/>
          </p:cNvSpPr>
          <p:nvPr>
            <p:ph type="body" idx="2"/>
          </p:nvPr>
        </p:nvSpPr>
        <p:spPr>
          <a:xfrm>
            <a:off x="711200" y="3810000"/>
            <a:ext cx="1524000" cy="762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34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01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4699000"/>
            <a:ext cx="13492480" cy="1016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34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Section title</a:t>
            </a:r>
          </a:p>
        </p:txBody>
      </p:sp>
      <p:sp>
        <p:nvSpPr>
          <p:cNvPr id="103" name="body103"/>
          <p:cNvSpPr>
            <a:spLocks noGrp="1"/>
          </p:cNvSpPr>
          <p:nvPr>
            <p:ph type="body" idx="1"/>
          </p:nvPr>
        </p:nvSpPr>
        <p:spPr>
          <a:xfrm>
            <a:off x="711200" y="5969000"/>
            <a:ext cx="10119360" cy="635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One line on what this section covers</a:t>
            </a:r>
          </a:p>
        </p:txBody>
      </p:sp>
      <p:sp>
        <p:nvSpPr>
          <p:cNvPr id="104" name="sh104"/>
          <p:cNvSpPr/>
          <p:nvPr userDrawn="1"/>
        </p:nvSpPr>
        <p:spPr>
          <a:xfrm>
            <a:off x="711200" y="5740400"/>
            <a:ext cx="1270000" cy="38100"/>
          </a:xfrm>
          <a:prstGeom prst="rect">
            <a:avLst/>
          </a:prstGeom>
          <a:solidFill>
            <a:srgbClr val="F5F1ED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 userDrawn="1">
  <p:cSld name="Title and Content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EYEBROW · 分類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Click to edit title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body106"/>
          <p:cNvSpPr>
            <a:spLocks noGrp="1"/>
          </p:cNvSpPr>
          <p:nvPr>
            <p:ph type="body" idx="1"/>
          </p:nvPr>
        </p:nvSpPr>
        <p:spPr>
          <a:xfrm>
            <a:off x="711200" y="2184400"/>
            <a:ext cx="16865600" cy="6604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Click to edit content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 userDrawn="1">
  <p:cSld name="Two-Column Compare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比較 · COMPARE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 versus B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8329930" cy="6604000"/>
          </a:xfrm>
          <a:prstGeom prst="roundRect">
            <a:avLst>
              <a:gd name="adj" fmla="val 5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sh107"/>
          <p:cNvSpPr/>
          <p:nvPr userDrawn="1"/>
        </p:nvSpPr>
        <p:spPr>
          <a:xfrm>
            <a:off x="711200" y="2184400"/>
            <a:ext cx="8329930" cy="508000"/>
          </a:xfrm>
          <a:prstGeom prst="roundRect">
            <a:avLst>
              <a:gd name="adj" fmla="val 5000"/>
            </a:avLst>
          </a:prstGeom>
          <a:solidFill>
            <a:srgbClr val="5C565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tx108"/>
          <p:cNvSpPr txBox="1"/>
          <p:nvPr userDrawn="1"/>
        </p:nvSpPr>
        <p:spPr>
          <a:xfrm>
            <a:off x="916940" y="2298700"/>
            <a:ext cx="791845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F5F1ED"/>
                </a:solidFill>
                <a:latin typeface="Arial"/>
                <a:ea typeface="微軟正黑體"/>
                <a:cs typeface="Arial"/>
              </a:rPr>
              <a:t>現況　Before</a:t>
            </a:r>
          </a:p>
        </p:txBody>
      </p:sp>
      <p:sp>
        <p:nvSpPr>
          <p:cNvPr id="109" name="body109"/>
          <p:cNvSpPr>
            <a:spLocks noGrp="1"/>
          </p:cNvSpPr>
          <p:nvPr>
            <p:ph type="body" idx="10"/>
          </p:nvPr>
        </p:nvSpPr>
        <p:spPr>
          <a:xfrm>
            <a:off x="916940" y="2921000"/>
            <a:ext cx="7918450" cy="568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0" name="sh110"/>
          <p:cNvSpPr/>
          <p:nvPr userDrawn="1"/>
        </p:nvSpPr>
        <p:spPr>
          <a:xfrm>
            <a:off x="9246870" y="2184400"/>
            <a:ext cx="8329930" cy="6604000"/>
          </a:xfrm>
          <a:prstGeom prst="roundRect">
            <a:avLst>
              <a:gd name="adj" fmla="val 5000"/>
            </a:avLst>
          </a:prstGeom>
          <a:solidFill>
            <a:srgbClr val="F5F3F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1" name="sh111"/>
          <p:cNvSpPr/>
          <p:nvPr userDrawn="1"/>
        </p:nvSpPr>
        <p:spPr>
          <a:xfrm>
            <a:off x="9246870" y="2184400"/>
            <a:ext cx="8329930" cy="508000"/>
          </a:xfrm>
          <a:prstGeom prst="roundRect">
            <a:avLst>
              <a:gd name="adj" fmla="val 5000"/>
            </a:avLst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2" name="tx112"/>
          <p:cNvSpPr txBox="1"/>
          <p:nvPr userDrawn="1"/>
        </p:nvSpPr>
        <p:spPr>
          <a:xfrm>
            <a:off x="9452610" y="2298700"/>
            <a:ext cx="791845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目標　After</a:t>
            </a:r>
          </a:p>
        </p:txBody>
      </p:sp>
      <p:sp>
        <p:nvSpPr>
          <p:cNvPr id="113" name="body113"/>
          <p:cNvSpPr>
            <a:spLocks noGrp="1"/>
          </p:cNvSpPr>
          <p:nvPr>
            <p:ph type="body" idx="11"/>
          </p:nvPr>
        </p:nvSpPr>
        <p:spPr>
          <a:xfrm>
            <a:off x="9452610" y="2921000"/>
            <a:ext cx="7918450" cy="56896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Number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重點 · HEADLINE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What the number says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body106"/>
          <p:cNvSpPr>
            <a:spLocks noGrp="1"/>
          </p:cNvSpPr>
          <p:nvPr>
            <p:ph type="body" idx="10"/>
          </p:nvPr>
        </p:nvSpPr>
        <p:spPr>
          <a:xfrm>
            <a:off x="711200" y="2692400"/>
            <a:ext cx="7758176" cy="2540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9600" b="1">
                <a:solidFill>
                  <a:srgbClr val="9D5C47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42</a:t>
            </a:r>
          </a:p>
        </p:txBody>
      </p:sp>
      <p:sp>
        <p:nvSpPr>
          <p:cNvPr id="107" name="body107"/>
          <p:cNvSpPr>
            <a:spLocks noGrp="1"/>
          </p:cNvSpPr>
          <p:nvPr>
            <p:ph type="body" idx="41"/>
          </p:nvPr>
        </p:nvSpPr>
        <p:spPr>
          <a:xfrm>
            <a:off x="711200" y="5359400"/>
            <a:ext cx="7758176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unit / label</a:t>
            </a:r>
          </a:p>
        </p:txBody>
      </p:sp>
      <p:sp>
        <p:nvSpPr>
          <p:cNvPr id="108" name="sh108"/>
          <p:cNvSpPr/>
          <p:nvPr userDrawn="1"/>
        </p:nvSpPr>
        <p:spPr>
          <a:xfrm>
            <a:off x="9144000" y="2692400"/>
            <a:ext cx="19050" cy="3302000"/>
          </a:xfrm>
          <a:prstGeom prst="rect">
            <a:avLst/>
          </a:prstGeom>
          <a:solidFill>
            <a:srgbClr val="D4D0C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9" name="body109"/>
          <p:cNvSpPr>
            <a:spLocks noGrp="1"/>
          </p:cNvSpPr>
          <p:nvPr>
            <p:ph type="body" idx="11"/>
          </p:nvPr>
        </p:nvSpPr>
        <p:spPr>
          <a:xfrm>
            <a:off x="9818624" y="2692400"/>
            <a:ext cx="7758176" cy="3556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21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Why it matters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PI Dashboard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指標 · KPI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Key metrics this period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4062095" cy="2540000"/>
          </a:xfrm>
          <a:prstGeom prst="roundRect">
            <a:avLst>
              <a:gd name="adj" fmla="val 6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body107"/>
          <p:cNvSpPr>
            <a:spLocks noGrp="1"/>
          </p:cNvSpPr>
          <p:nvPr>
            <p:ph type="body" idx="10"/>
          </p:nvPr>
        </p:nvSpPr>
        <p:spPr>
          <a:xfrm>
            <a:off x="916940" y="2463800"/>
            <a:ext cx="3650615" cy="939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5400" b="1">
                <a:solidFill>
                  <a:srgbClr val="9D5C47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108" name="body108"/>
          <p:cNvSpPr>
            <a:spLocks noGrp="1"/>
          </p:cNvSpPr>
          <p:nvPr>
            <p:ph type="body" idx="14"/>
          </p:nvPr>
        </p:nvSpPr>
        <p:spPr>
          <a:xfrm>
            <a:off x="916940" y="3556000"/>
            <a:ext cx="3650615" cy="330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8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Metric label</a:t>
            </a:r>
          </a:p>
        </p:txBody>
      </p:sp>
      <p:sp>
        <p:nvSpPr>
          <p:cNvPr id="109" name="body109"/>
          <p:cNvSpPr>
            <a:spLocks noGrp="1"/>
          </p:cNvSpPr>
          <p:nvPr>
            <p:ph type="body" idx="18"/>
          </p:nvPr>
        </p:nvSpPr>
        <p:spPr>
          <a:xfrm>
            <a:off x="916940" y="3962400"/>
            <a:ext cx="3650615" cy="558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context / delta</a:t>
            </a:r>
          </a:p>
        </p:txBody>
      </p:sp>
      <p:sp>
        <p:nvSpPr>
          <p:cNvPr id="110" name="sh110"/>
          <p:cNvSpPr/>
          <p:nvPr userDrawn="1"/>
        </p:nvSpPr>
        <p:spPr>
          <a:xfrm>
            <a:off x="4979035" y="2184400"/>
            <a:ext cx="4062095" cy="2540000"/>
          </a:xfrm>
          <a:prstGeom prst="roundRect">
            <a:avLst>
              <a:gd name="adj" fmla="val 6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1" name="body111"/>
          <p:cNvSpPr>
            <a:spLocks noGrp="1"/>
          </p:cNvSpPr>
          <p:nvPr>
            <p:ph type="body" idx="11"/>
          </p:nvPr>
        </p:nvSpPr>
        <p:spPr>
          <a:xfrm>
            <a:off x="5184775" y="2463800"/>
            <a:ext cx="3650615" cy="939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5400" b="1">
                <a:solidFill>
                  <a:srgbClr val="9D5C47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112" name="body112"/>
          <p:cNvSpPr>
            <a:spLocks noGrp="1"/>
          </p:cNvSpPr>
          <p:nvPr>
            <p:ph type="body" idx="15"/>
          </p:nvPr>
        </p:nvSpPr>
        <p:spPr>
          <a:xfrm>
            <a:off x="5184775" y="3556000"/>
            <a:ext cx="3650615" cy="330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8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Metric label</a:t>
            </a:r>
          </a:p>
        </p:txBody>
      </p:sp>
      <p:sp>
        <p:nvSpPr>
          <p:cNvPr id="113" name="body113"/>
          <p:cNvSpPr>
            <a:spLocks noGrp="1"/>
          </p:cNvSpPr>
          <p:nvPr>
            <p:ph type="body" idx="19"/>
          </p:nvPr>
        </p:nvSpPr>
        <p:spPr>
          <a:xfrm>
            <a:off x="5184775" y="3962400"/>
            <a:ext cx="3650615" cy="558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context / delta</a:t>
            </a:r>
          </a:p>
        </p:txBody>
      </p:sp>
      <p:sp>
        <p:nvSpPr>
          <p:cNvPr id="114" name="sh114"/>
          <p:cNvSpPr/>
          <p:nvPr userDrawn="1"/>
        </p:nvSpPr>
        <p:spPr>
          <a:xfrm>
            <a:off x="9246870" y="2184400"/>
            <a:ext cx="4062095" cy="2540000"/>
          </a:xfrm>
          <a:prstGeom prst="roundRect">
            <a:avLst>
              <a:gd name="adj" fmla="val 6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" name="body115"/>
          <p:cNvSpPr>
            <a:spLocks noGrp="1"/>
          </p:cNvSpPr>
          <p:nvPr>
            <p:ph type="body" idx="41"/>
          </p:nvPr>
        </p:nvSpPr>
        <p:spPr>
          <a:xfrm>
            <a:off x="9452610" y="2463800"/>
            <a:ext cx="3650615" cy="939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5400" b="1">
                <a:solidFill>
                  <a:srgbClr val="9D5C47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116" name="body116"/>
          <p:cNvSpPr>
            <a:spLocks noGrp="1"/>
          </p:cNvSpPr>
          <p:nvPr>
            <p:ph type="body" idx="16"/>
          </p:nvPr>
        </p:nvSpPr>
        <p:spPr>
          <a:xfrm>
            <a:off x="9452610" y="3556000"/>
            <a:ext cx="3650615" cy="330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8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Metric label</a:t>
            </a:r>
          </a:p>
        </p:txBody>
      </p:sp>
      <p:sp>
        <p:nvSpPr>
          <p:cNvPr id="117" name="body117"/>
          <p:cNvSpPr>
            <a:spLocks noGrp="1"/>
          </p:cNvSpPr>
          <p:nvPr>
            <p:ph type="body" idx="20"/>
          </p:nvPr>
        </p:nvSpPr>
        <p:spPr>
          <a:xfrm>
            <a:off x="9452610" y="3962400"/>
            <a:ext cx="3650615" cy="558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context / delta</a:t>
            </a:r>
          </a:p>
        </p:txBody>
      </p:sp>
      <p:sp>
        <p:nvSpPr>
          <p:cNvPr id="118" name="sh118"/>
          <p:cNvSpPr/>
          <p:nvPr userDrawn="1"/>
        </p:nvSpPr>
        <p:spPr>
          <a:xfrm>
            <a:off x="13514705" y="2184400"/>
            <a:ext cx="4062095" cy="2540000"/>
          </a:xfrm>
          <a:prstGeom prst="roundRect">
            <a:avLst>
              <a:gd name="adj" fmla="val 6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9" name="body119"/>
          <p:cNvSpPr>
            <a:spLocks noGrp="1"/>
          </p:cNvSpPr>
          <p:nvPr>
            <p:ph type="body" idx="13"/>
          </p:nvPr>
        </p:nvSpPr>
        <p:spPr>
          <a:xfrm>
            <a:off x="13720445" y="2463800"/>
            <a:ext cx="3650615" cy="939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5400" b="1">
                <a:solidFill>
                  <a:srgbClr val="9D5C47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00</a:t>
            </a:r>
          </a:p>
        </p:txBody>
      </p:sp>
      <p:sp>
        <p:nvSpPr>
          <p:cNvPr id="120" name="body120"/>
          <p:cNvSpPr>
            <a:spLocks noGrp="1"/>
          </p:cNvSpPr>
          <p:nvPr>
            <p:ph type="body" idx="17"/>
          </p:nvPr>
        </p:nvSpPr>
        <p:spPr>
          <a:xfrm>
            <a:off x="13720445" y="3556000"/>
            <a:ext cx="3650615" cy="3302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8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Metric label</a:t>
            </a:r>
          </a:p>
        </p:txBody>
      </p:sp>
      <p:sp>
        <p:nvSpPr>
          <p:cNvPr id="121" name="body121"/>
          <p:cNvSpPr>
            <a:spLocks noGrp="1"/>
          </p:cNvSpPr>
          <p:nvPr>
            <p:ph type="body" idx="21"/>
          </p:nvPr>
        </p:nvSpPr>
        <p:spPr>
          <a:xfrm>
            <a:off x="13720445" y="3962400"/>
            <a:ext cx="3650615" cy="558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ct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context / delta</a:t>
            </a:r>
          </a:p>
        </p:txBody>
      </p:sp>
      <p:sp>
        <p:nvSpPr>
          <p:cNvPr id="122" name="sh122"/>
          <p:cNvSpPr/>
          <p:nvPr userDrawn="1"/>
        </p:nvSpPr>
        <p:spPr>
          <a:xfrm>
            <a:off x="711200" y="8966200"/>
            <a:ext cx="16865600" cy="711200"/>
          </a:xfrm>
          <a:prstGeom prst="roundRect">
            <a:avLst>
              <a:gd name="adj" fmla="val 8000"/>
            </a:avLst>
          </a:prstGeom>
          <a:solidFill>
            <a:srgbClr val="F5F3F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3" name="body123"/>
          <p:cNvSpPr>
            <a:spLocks noGrp="1"/>
          </p:cNvSpPr>
          <p:nvPr>
            <p:ph type="body" idx="30"/>
          </p:nvPr>
        </p:nvSpPr>
        <p:spPr>
          <a:xfrm>
            <a:off x="916940" y="9144000"/>
            <a:ext cx="1645412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1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Takeaway line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Takeaway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數據 · DATA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What the chart shows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chart106"/>
          <p:cNvSpPr>
            <a:spLocks noGrp="1"/>
          </p:cNvSpPr>
          <p:nvPr>
            <p:ph type="chart" idx="10"/>
          </p:nvPr>
        </p:nvSpPr>
        <p:spPr>
          <a:xfrm>
            <a:off x="711200" y="2184400"/>
            <a:ext cx="16865600" cy="53848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ctr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07" name="sh107"/>
          <p:cNvSpPr/>
          <p:nvPr userDrawn="1"/>
        </p:nvSpPr>
        <p:spPr>
          <a:xfrm>
            <a:off x="711200" y="7696200"/>
            <a:ext cx="16865600" cy="609600"/>
          </a:xfrm>
          <a:prstGeom prst="roundRect">
            <a:avLst>
              <a:gd name="adj" fmla="val 6000"/>
            </a:avLst>
          </a:prstGeom>
          <a:solidFill>
            <a:srgbClr val="F5F3F1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body108"/>
          <p:cNvSpPr>
            <a:spLocks noGrp="1"/>
          </p:cNvSpPr>
          <p:nvPr>
            <p:ph type="body" idx="11"/>
          </p:nvPr>
        </p:nvSpPr>
        <p:spPr>
          <a:xfrm>
            <a:off x="916940" y="7848600"/>
            <a:ext cx="1645412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1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Takeaway</a:t>
            </a:r>
          </a:p>
        </p:txBody>
      </p:sp>
      <p:sp>
        <p:nvSpPr>
          <p:cNvPr id="109" name="tx109"/>
          <p:cNvSpPr txBox="1"/>
          <p:nvPr userDrawn="1"/>
        </p:nvSpPr>
        <p:spPr>
          <a:xfrm>
            <a:off x="711200" y="8483600"/>
            <a:ext cx="168656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Source: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+ Commentary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數據 · DATA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Chart with commentary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chart106"/>
          <p:cNvSpPr>
            <a:spLocks noGrp="1"/>
          </p:cNvSpPr>
          <p:nvPr>
            <p:ph type="chart" idx="10"/>
          </p:nvPr>
        </p:nvSpPr>
        <p:spPr>
          <a:xfrm>
            <a:off x="711200" y="2184400"/>
            <a:ext cx="10456672" cy="62230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ctr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07" name="sh107"/>
          <p:cNvSpPr/>
          <p:nvPr userDrawn="1"/>
        </p:nvSpPr>
        <p:spPr>
          <a:xfrm>
            <a:off x="11373612" y="2184400"/>
            <a:ext cx="6203188" cy="6223000"/>
          </a:xfrm>
          <a:prstGeom prst="roundRect">
            <a:avLst>
              <a:gd name="adj" fmla="val 5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tx108"/>
          <p:cNvSpPr txBox="1"/>
          <p:nvPr userDrawn="1"/>
        </p:nvSpPr>
        <p:spPr>
          <a:xfrm>
            <a:off x="11579352" y="2387600"/>
            <a:ext cx="5791708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解讀　Reading</a:t>
            </a:r>
          </a:p>
        </p:txBody>
      </p:sp>
      <p:sp>
        <p:nvSpPr>
          <p:cNvPr id="109" name="body109"/>
          <p:cNvSpPr>
            <a:spLocks noGrp="1"/>
          </p:cNvSpPr>
          <p:nvPr>
            <p:ph type="body" idx="11"/>
          </p:nvPr>
        </p:nvSpPr>
        <p:spPr>
          <a:xfrm>
            <a:off x="11579352" y="2844800"/>
            <a:ext cx="5791708" cy="5334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 userDrawn="1">
  <p:cSld name="Data Table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表格 · TABLE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Table title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tbl106"/>
          <p:cNvSpPr>
            <a:spLocks noGrp="1"/>
          </p:cNvSpPr>
          <p:nvPr>
            <p:ph type="tbl" idx="10"/>
          </p:nvPr>
        </p:nvSpPr>
        <p:spPr>
          <a:xfrm>
            <a:off x="711200" y="2184400"/>
            <a:ext cx="16865600" cy="6096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Table</a:t>
            </a:r>
          </a:p>
        </p:txBody>
      </p:sp>
      <p:sp>
        <p:nvSpPr>
          <p:cNvPr id="107" name="tx107"/>
          <p:cNvSpPr txBox="1"/>
          <p:nvPr userDrawn="1"/>
        </p:nvSpPr>
        <p:spPr>
          <a:xfrm>
            <a:off x="711200" y="8407400"/>
            <a:ext cx="168656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Source: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gram Frame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架構 · ARCHITECTURE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System view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16865600" cy="5842000"/>
          </a:xfrm>
          <a:prstGeom prst="roundRect">
            <a:avLst>
              <a:gd name="adj" fmla="val 4000"/>
            </a:avLst>
          </a:prstGeom>
          <a:solidFill>
            <a:srgbClr val="E8E4DF"/>
          </a:solidFill>
          <a:ln w="12700">
            <a:solidFill>
              <a:srgbClr val="D4D0C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7" name="dgm107"/>
          <p:cNvSpPr>
            <a:spLocks noGrp="1"/>
          </p:cNvSpPr>
          <p:nvPr>
            <p:ph type="dgm" idx="10"/>
          </p:nvPr>
        </p:nvSpPr>
        <p:spPr>
          <a:xfrm>
            <a:off x="916940" y="2390140"/>
            <a:ext cx="16454120" cy="543052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ctr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Diagram / architecture area</a:t>
            </a:r>
          </a:p>
        </p:txBody>
      </p:sp>
      <p:sp>
        <p:nvSpPr>
          <p:cNvPr id="108" name="body108"/>
          <p:cNvSpPr>
            <a:spLocks noGrp="1"/>
          </p:cNvSpPr>
          <p:nvPr>
            <p:ph type="body" idx="11"/>
          </p:nvPr>
        </p:nvSpPr>
        <p:spPr>
          <a:xfrm>
            <a:off x="711200" y="8204200"/>
            <a:ext cx="16865600" cy="431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Source / note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 userDrawn="1">
  <p:cSld name="Picture with Caption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圖說 · EXHIBIT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Exhibit title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pic106"/>
          <p:cNvSpPr>
            <a:spLocks noGrp="1"/>
          </p:cNvSpPr>
          <p:nvPr>
            <p:ph type="pic" idx="10"/>
          </p:nvPr>
        </p:nvSpPr>
        <p:spPr>
          <a:xfrm>
            <a:off x="711200" y="2184400"/>
            <a:ext cx="9782048" cy="66040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ctr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Picture</a:t>
            </a:r>
          </a:p>
        </p:txBody>
      </p:sp>
      <p:sp>
        <p:nvSpPr>
          <p:cNvPr id="107" name="body107"/>
          <p:cNvSpPr>
            <a:spLocks noGrp="1"/>
          </p:cNvSpPr>
          <p:nvPr>
            <p:ph type="body" idx="11"/>
          </p:nvPr>
        </p:nvSpPr>
        <p:spPr>
          <a:xfrm>
            <a:off x="10904728" y="2184400"/>
            <a:ext cx="6672072" cy="6096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Caption / reading</a:t>
            </a:r>
          </a:p>
        </p:txBody>
      </p:sp>
      <p:sp>
        <p:nvSpPr>
          <p:cNvPr id="108" name="tx108"/>
          <p:cNvSpPr txBox="1"/>
          <p:nvPr userDrawn="1"/>
        </p:nvSpPr>
        <p:spPr>
          <a:xfrm>
            <a:off x="10904728" y="8356600"/>
            <a:ext cx="6672072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Source: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isk Matrix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風險 · RISK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Risk matrix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tx106"/>
          <p:cNvSpPr txBox="1"/>
          <p:nvPr userDrawn="1"/>
        </p:nvSpPr>
        <p:spPr>
          <a:xfrm>
            <a:off x="711200" y="5232400"/>
            <a:ext cx="1016000" cy="381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1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衝擊
Impact</a:t>
            </a:r>
          </a:p>
        </p:txBody>
      </p:sp>
      <p:sp>
        <p:nvSpPr>
          <p:cNvPr id="107" name="tx107"/>
          <p:cNvSpPr txBox="1"/>
          <p:nvPr userDrawn="1"/>
        </p:nvSpPr>
        <p:spPr>
          <a:xfrm>
            <a:off x="1854200" y="8382000"/>
            <a:ext cx="60960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lang="en-US" sz="1300" b="1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可能性　Likelihood</a:t>
            </a:r>
          </a:p>
        </p:txBody>
      </p:sp>
      <p:sp>
        <p:nvSpPr>
          <p:cNvPr id="108" name="sh108"/>
          <p:cNvSpPr/>
          <p:nvPr userDrawn="1"/>
        </p:nvSpPr>
        <p:spPr>
          <a:xfrm>
            <a:off x="1854200" y="2184400"/>
            <a:ext cx="3048000" cy="3048000"/>
          </a:xfrm>
          <a:prstGeom prst="rect">
            <a:avLst/>
          </a:prstGeom>
          <a:solidFill>
            <a:srgbClr val="F5F3F1"/>
          </a:solidFill>
          <a:ln w="12700">
            <a:solidFill>
              <a:srgbClr val="D4D0C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9" name="body109"/>
          <p:cNvSpPr>
            <a:spLocks noGrp="1"/>
          </p:cNvSpPr>
          <p:nvPr>
            <p:ph type="body" idx="10"/>
          </p:nvPr>
        </p:nvSpPr>
        <p:spPr>
          <a:xfrm>
            <a:off x="2059940" y="2390140"/>
            <a:ext cx="2636520" cy="263652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0" name="sh110"/>
          <p:cNvSpPr/>
          <p:nvPr userDrawn="1"/>
        </p:nvSpPr>
        <p:spPr>
          <a:xfrm>
            <a:off x="4902200" y="2184400"/>
            <a:ext cx="3048000" cy="3048000"/>
          </a:xfrm>
          <a:prstGeom prst="rect">
            <a:avLst/>
          </a:prstGeom>
          <a:solidFill>
            <a:srgbClr val="E8E4DF"/>
          </a:solidFill>
          <a:ln w="12700">
            <a:solidFill>
              <a:srgbClr val="D4D0C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1" name="body111"/>
          <p:cNvSpPr>
            <a:spLocks noGrp="1"/>
          </p:cNvSpPr>
          <p:nvPr>
            <p:ph type="body" idx="11"/>
          </p:nvPr>
        </p:nvSpPr>
        <p:spPr>
          <a:xfrm>
            <a:off x="5107940" y="2390140"/>
            <a:ext cx="2636520" cy="263652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2" name="sh112"/>
          <p:cNvSpPr/>
          <p:nvPr userDrawn="1"/>
        </p:nvSpPr>
        <p:spPr>
          <a:xfrm>
            <a:off x="1854200" y="5232400"/>
            <a:ext cx="3048000" cy="3048000"/>
          </a:xfrm>
          <a:prstGeom prst="rect">
            <a:avLst/>
          </a:prstGeom>
          <a:solidFill>
            <a:srgbClr val="E8E4DF"/>
          </a:solidFill>
          <a:ln w="12700">
            <a:solidFill>
              <a:srgbClr val="D4D0C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3" name="body113"/>
          <p:cNvSpPr>
            <a:spLocks noGrp="1"/>
          </p:cNvSpPr>
          <p:nvPr>
            <p:ph type="body" idx="41"/>
          </p:nvPr>
        </p:nvSpPr>
        <p:spPr>
          <a:xfrm>
            <a:off x="2059940" y="5438140"/>
            <a:ext cx="2636520" cy="263652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4" name="sh114"/>
          <p:cNvSpPr/>
          <p:nvPr userDrawn="1"/>
        </p:nvSpPr>
        <p:spPr>
          <a:xfrm>
            <a:off x="4902200" y="5232400"/>
            <a:ext cx="3048000" cy="3048000"/>
          </a:xfrm>
          <a:prstGeom prst="rect">
            <a:avLst/>
          </a:prstGeom>
          <a:solidFill>
            <a:srgbClr val="CC785C"/>
          </a:solidFill>
          <a:ln w="12700">
            <a:solidFill>
              <a:srgbClr val="D4D0C9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15" name="body115"/>
          <p:cNvSpPr>
            <a:spLocks noGrp="1"/>
          </p:cNvSpPr>
          <p:nvPr>
            <p:ph type="body" idx="13"/>
          </p:nvPr>
        </p:nvSpPr>
        <p:spPr>
          <a:xfrm>
            <a:off x="5107940" y="5438140"/>
            <a:ext cx="2636520" cy="263652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cident Detail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關注事件 · INCIDENT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Incident title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8329930" cy="3199130"/>
          </a:xfrm>
          <a:prstGeom prst="roundRect">
            <a:avLst>
              <a:gd name="adj" fmla="val 5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sh107"/>
          <p:cNvSpPr/>
          <p:nvPr userDrawn="1"/>
        </p:nvSpPr>
        <p:spPr>
          <a:xfrm>
            <a:off x="711200" y="2184400"/>
            <a:ext cx="50800" cy="319913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tx108"/>
          <p:cNvSpPr txBox="1"/>
          <p:nvPr userDrawn="1"/>
        </p:nvSpPr>
        <p:spPr>
          <a:xfrm>
            <a:off x="916940" y="2362200"/>
            <a:ext cx="791845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事件概要　Summary</a:t>
            </a:r>
          </a:p>
        </p:txBody>
      </p:sp>
      <p:sp>
        <p:nvSpPr>
          <p:cNvPr id="109" name="body109"/>
          <p:cNvSpPr>
            <a:spLocks noGrp="1"/>
          </p:cNvSpPr>
          <p:nvPr>
            <p:ph type="body" idx="10"/>
          </p:nvPr>
        </p:nvSpPr>
        <p:spPr>
          <a:xfrm>
            <a:off x="916940" y="2794000"/>
            <a:ext cx="7918450" cy="241173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0" name="sh110"/>
          <p:cNvSpPr/>
          <p:nvPr userDrawn="1"/>
        </p:nvSpPr>
        <p:spPr>
          <a:xfrm>
            <a:off x="9246870" y="2184400"/>
            <a:ext cx="8329930" cy="3199130"/>
          </a:xfrm>
          <a:prstGeom prst="roundRect">
            <a:avLst>
              <a:gd name="adj" fmla="val 5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1" name="sh111"/>
          <p:cNvSpPr/>
          <p:nvPr userDrawn="1"/>
        </p:nvSpPr>
        <p:spPr>
          <a:xfrm>
            <a:off x="9246870" y="2184400"/>
            <a:ext cx="50800" cy="319913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2" name="tx112"/>
          <p:cNvSpPr txBox="1"/>
          <p:nvPr userDrawn="1"/>
        </p:nvSpPr>
        <p:spPr>
          <a:xfrm>
            <a:off x="9452610" y="2362200"/>
            <a:ext cx="791845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處置作為　Response</a:t>
            </a:r>
          </a:p>
        </p:txBody>
      </p:sp>
      <p:sp>
        <p:nvSpPr>
          <p:cNvPr id="113" name="body113"/>
          <p:cNvSpPr>
            <a:spLocks noGrp="1"/>
          </p:cNvSpPr>
          <p:nvPr>
            <p:ph type="body" idx="11"/>
          </p:nvPr>
        </p:nvSpPr>
        <p:spPr>
          <a:xfrm>
            <a:off x="9452610" y="2794000"/>
            <a:ext cx="7918450" cy="241173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4" name="sh114"/>
          <p:cNvSpPr/>
          <p:nvPr userDrawn="1"/>
        </p:nvSpPr>
        <p:spPr>
          <a:xfrm>
            <a:off x="711200" y="5589270"/>
            <a:ext cx="8329930" cy="3199130"/>
          </a:xfrm>
          <a:prstGeom prst="roundRect">
            <a:avLst>
              <a:gd name="adj" fmla="val 5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" name="sh115"/>
          <p:cNvSpPr/>
          <p:nvPr userDrawn="1"/>
        </p:nvSpPr>
        <p:spPr>
          <a:xfrm>
            <a:off x="711200" y="5589270"/>
            <a:ext cx="50800" cy="319913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6" name="tx116"/>
          <p:cNvSpPr txBox="1"/>
          <p:nvPr userDrawn="1"/>
        </p:nvSpPr>
        <p:spPr>
          <a:xfrm>
            <a:off x="916940" y="5767070"/>
            <a:ext cx="791845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影響評估　Impact</a:t>
            </a:r>
          </a:p>
        </p:txBody>
      </p:sp>
      <p:sp>
        <p:nvSpPr>
          <p:cNvPr id="117" name="body117"/>
          <p:cNvSpPr>
            <a:spLocks noGrp="1"/>
          </p:cNvSpPr>
          <p:nvPr>
            <p:ph type="body" idx="41"/>
          </p:nvPr>
        </p:nvSpPr>
        <p:spPr>
          <a:xfrm>
            <a:off x="916940" y="6198870"/>
            <a:ext cx="7918450" cy="241173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  <p:sp>
        <p:nvSpPr>
          <p:cNvPr id="118" name="sh118"/>
          <p:cNvSpPr/>
          <p:nvPr userDrawn="1"/>
        </p:nvSpPr>
        <p:spPr>
          <a:xfrm>
            <a:off x="9246870" y="5589270"/>
            <a:ext cx="8329930" cy="3199130"/>
          </a:xfrm>
          <a:prstGeom prst="roundRect">
            <a:avLst>
              <a:gd name="adj" fmla="val 5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9" name="sh119"/>
          <p:cNvSpPr/>
          <p:nvPr userDrawn="1"/>
        </p:nvSpPr>
        <p:spPr>
          <a:xfrm>
            <a:off x="9246870" y="5589270"/>
            <a:ext cx="50800" cy="319913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0" name="tx120"/>
          <p:cNvSpPr txBox="1"/>
          <p:nvPr userDrawn="1"/>
        </p:nvSpPr>
        <p:spPr>
          <a:xfrm>
            <a:off x="9452610" y="5767070"/>
            <a:ext cx="7918450" cy="330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後續追蹤　Follow-up</a:t>
            </a:r>
          </a:p>
        </p:txBody>
      </p:sp>
      <p:sp>
        <p:nvSpPr>
          <p:cNvPr id="121" name="body121"/>
          <p:cNvSpPr>
            <a:spLocks noGrp="1"/>
          </p:cNvSpPr>
          <p:nvPr>
            <p:ph type="body" idx="13"/>
          </p:nvPr>
        </p:nvSpPr>
        <p:spPr>
          <a:xfrm>
            <a:off x="9452610" y="6198870"/>
            <a:ext cx="7918450" cy="241173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…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ject Status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專案進度 · PROJECTS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Project status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16865600" cy="1485900"/>
          </a:xfrm>
          <a:prstGeom prst="roundRect">
            <a:avLst>
              <a:gd name="adj" fmla="val 4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sh107"/>
          <p:cNvSpPr/>
          <p:nvPr userDrawn="1"/>
        </p:nvSpPr>
        <p:spPr>
          <a:xfrm>
            <a:off x="711200" y="2184400"/>
            <a:ext cx="50800" cy="148590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8" name="body108"/>
          <p:cNvSpPr>
            <a:spLocks noGrp="1"/>
          </p:cNvSpPr>
          <p:nvPr>
            <p:ph type="body" idx="10"/>
          </p:nvPr>
        </p:nvSpPr>
        <p:spPr>
          <a:xfrm>
            <a:off x="916940" y="2336800"/>
            <a:ext cx="505968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Project</a:t>
            </a:r>
          </a:p>
        </p:txBody>
      </p:sp>
      <p:sp>
        <p:nvSpPr>
          <p:cNvPr id="109" name="body109"/>
          <p:cNvSpPr>
            <a:spLocks noGrp="1"/>
          </p:cNvSpPr>
          <p:nvPr>
            <p:ph type="body" idx="11"/>
          </p:nvPr>
        </p:nvSpPr>
        <p:spPr>
          <a:xfrm>
            <a:off x="6445504" y="2336800"/>
            <a:ext cx="10456672" cy="1206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Status · owner · next step</a:t>
            </a:r>
          </a:p>
        </p:txBody>
      </p:sp>
      <p:sp>
        <p:nvSpPr>
          <p:cNvPr id="110" name="sh110"/>
          <p:cNvSpPr/>
          <p:nvPr userDrawn="1"/>
        </p:nvSpPr>
        <p:spPr>
          <a:xfrm>
            <a:off x="711200" y="3771900"/>
            <a:ext cx="16865600" cy="1485900"/>
          </a:xfrm>
          <a:prstGeom prst="roundRect">
            <a:avLst>
              <a:gd name="adj" fmla="val 4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1" name="sh111"/>
          <p:cNvSpPr/>
          <p:nvPr userDrawn="1"/>
        </p:nvSpPr>
        <p:spPr>
          <a:xfrm>
            <a:off x="711200" y="3771900"/>
            <a:ext cx="50800" cy="1485900"/>
          </a:xfrm>
          <a:prstGeom prst="rect">
            <a:avLst/>
          </a:prstGeom>
          <a:solidFill>
            <a:srgbClr val="5C7B9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2" name="body112"/>
          <p:cNvSpPr>
            <a:spLocks noGrp="1"/>
          </p:cNvSpPr>
          <p:nvPr>
            <p:ph type="body" idx="41"/>
          </p:nvPr>
        </p:nvSpPr>
        <p:spPr>
          <a:xfrm>
            <a:off x="916940" y="3924300"/>
            <a:ext cx="505968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Project</a:t>
            </a:r>
          </a:p>
        </p:txBody>
      </p:sp>
      <p:sp>
        <p:nvSpPr>
          <p:cNvPr id="113" name="body113"/>
          <p:cNvSpPr>
            <a:spLocks noGrp="1"/>
          </p:cNvSpPr>
          <p:nvPr>
            <p:ph type="body" idx="13"/>
          </p:nvPr>
        </p:nvSpPr>
        <p:spPr>
          <a:xfrm>
            <a:off x="6445504" y="3924300"/>
            <a:ext cx="10456672" cy="1206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Status · owner · next step</a:t>
            </a:r>
          </a:p>
        </p:txBody>
      </p:sp>
      <p:sp>
        <p:nvSpPr>
          <p:cNvPr id="114" name="sh114"/>
          <p:cNvSpPr/>
          <p:nvPr userDrawn="1"/>
        </p:nvSpPr>
        <p:spPr>
          <a:xfrm>
            <a:off x="711200" y="5359400"/>
            <a:ext cx="16865600" cy="1485900"/>
          </a:xfrm>
          <a:prstGeom prst="roundRect">
            <a:avLst>
              <a:gd name="adj" fmla="val 4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" name="sh115"/>
          <p:cNvSpPr/>
          <p:nvPr userDrawn="1"/>
        </p:nvSpPr>
        <p:spPr>
          <a:xfrm>
            <a:off x="711200" y="5359400"/>
            <a:ext cx="50800" cy="1485900"/>
          </a:xfrm>
          <a:prstGeom prst="rect">
            <a:avLst/>
          </a:prstGeom>
          <a:solidFill>
            <a:srgbClr val="6B8E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6" name="body116"/>
          <p:cNvSpPr>
            <a:spLocks noGrp="1"/>
          </p:cNvSpPr>
          <p:nvPr>
            <p:ph type="body" idx="14"/>
          </p:nvPr>
        </p:nvSpPr>
        <p:spPr>
          <a:xfrm>
            <a:off x="916940" y="5511800"/>
            <a:ext cx="505968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Project</a:t>
            </a:r>
          </a:p>
        </p:txBody>
      </p:sp>
      <p:sp>
        <p:nvSpPr>
          <p:cNvPr id="117" name="body117"/>
          <p:cNvSpPr>
            <a:spLocks noGrp="1"/>
          </p:cNvSpPr>
          <p:nvPr>
            <p:ph type="body" idx="15"/>
          </p:nvPr>
        </p:nvSpPr>
        <p:spPr>
          <a:xfrm>
            <a:off x="6445504" y="5511800"/>
            <a:ext cx="10456672" cy="1206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Status · owner · next step</a:t>
            </a:r>
          </a:p>
        </p:txBody>
      </p:sp>
      <p:sp>
        <p:nvSpPr>
          <p:cNvPr id="118" name="sh118"/>
          <p:cNvSpPr/>
          <p:nvPr userDrawn="1"/>
        </p:nvSpPr>
        <p:spPr>
          <a:xfrm>
            <a:off x="711200" y="6946900"/>
            <a:ext cx="16865600" cy="1485900"/>
          </a:xfrm>
          <a:prstGeom prst="roundRect">
            <a:avLst>
              <a:gd name="adj" fmla="val 4000"/>
            </a:avLst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9" name="sh119"/>
          <p:cNvSpPr/>
          <p:nvPr userDrawn="1"/>
        </p:nvSpPr>
        <p:spPr>
          <a:xfrm>
            <a:off x="711200" y="6946900"/>
            <a:ext cx="50800" cy="1485900"/>
          </a:xfrm>
          <a:prstGeom prst="rect">
            <a:avLst/>
          </a:prstGeom>
          <a:solidFill>
            <a:srgbClr val="C28E3D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0" name="body120"/>
          <p:cNvSpPr>
            <a:spLocks noGrp="1"/>
          </p:cNvSpPr>
          <p:nvPr>
            <p:ph type="body" idx="16"/>
          </p:nvPr>
        </p:nvSpPr>
        <p:spPr>
          <a:xfrm>
            <a:off x="916940" y="7099300"/>
            <a:ext cx="5059680" cy="381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Project</a:t>
            </a:r>
          </a:p>
        </p:txBody>
      </p:sp>
      <p:sp>
        <p:nvSpPr>
          <p:cNvPr id="121" name="body121"/>
          <p:cNvSpPr>
            <a:spLocks noGrp="1"/>
          </p:cNvSpPr>
          <p:nvPr>
            <p:ph type="body" idx="17"/>
          </p:nvPr>
        </p:nvSpPr>
        <p:spPr>
          <a:xfrm>
            <a:off x="6445504" y="7099300"/>
            <a:ext cx="10456672" cy="12065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Status · owner · next step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ction Items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609600"/>
            <a:ext cx="1686560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2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追蹤事項 · ACTIONS</a:t>
            </a:r>
          </a:p>
        </p:txBody>
      </p:sp>
      <p:sp>
        <p:nvSpPr>
          <p:cNvPr id="102" name="title102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Action items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tx104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5" name="sldNum105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  <p:sp>
        <p:nvSpPr>
          <p:cNvPr id="106" name="sh106"/>
          <p:cNvSpPr/>
          <p:nvPr userDrawn="1"/>
        </p:nvSpPr>
        <p:spPr>
          <a:xfrm>
            <a:off x="711200" y="2184400"/>
            <a:ext cx="16865600" cy="48260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7" name="tx107"/>
          <p:cNvSpPr txBox="1"/>
          <p:nvPr userDrawn="1"/>
        </p:nvSpPr>
        <p:spPr>
          <a:xfrm>
            <a:off x="838200" y="2286000"/>
            <a:ext cx="926592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項次</a:t>
            </a:r>
          </a:p>
        </p:txBody>
      </p:sp>
      <p:sp>
        <p:nvSpPr>
          <p:cNvPr id="108" name="tx108"/>
          <p:cNvSpPr txBox="1"/>
          <p:nvPr userDrawn="1"/>
        </p:nvSpPr>
        <p:spPr>
          <a:xfrm>
            <a:off x="2018792" y="2286000"/>
            <a:ext cx="7166864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事項</a:t>
            </a:r>
          </a:p>
        </p:txBody>
      </p:sp>
      <p:sp>
        <p:nvSpPr>
          <p:cNvPr id="109" name="tx109"/>
          <p:cNvSpPr txBox="1"/>
          <p:nvPr userDrawn="1"/>
        </p:nvSpPr>
        <p:spPr>
          <a:xfrm>
            <a:off x="9439656" y="2286000"/>
            <a:ext cx="2275840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負責人</a:t>
            </a:r>
          </a:p>
        </p:txBody>
      </p:sp>
      <p:sp>
        <p:nvSpPr>
          <p:cNvPr id="110" name="tx110"/>
          <p:cNvSpPr txBox="1"/>
          <p:nvPr userDrawn="1"/>
        </p:nvSpPr>
        <p:spPr>
          <a:xfrm>
            <a:off x="11969496" y="2286000"/>
            <a:ext cx="2613152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完成期限</a:t>
            </a:r>
          </a:p>
        </p:txBody>
      </p:sp>
      <p:sp>
        <p:nvSpPr>
          <p:cNvPr id="111" name="tx111"/>
          <p:cNvSpPr txBox="1"/>
          <p:nvPr userDrawn="1"/>
        </p:nvSpPr>
        <p:spPr>
          <a:xfrm>
            <a:off x="14836648" y="2286000"/>
            <a:ext cx="2613152" cy="3048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800" b="1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狀態</a:t>
            </a:r>
          </a:p>
        </p:txBody>
      </p:sp>
      <p:sp>
        <p:nvSpPr>
          <p:cNvPr id="112" name="sh112"/>
          <p:cNvSpPr/>
          <p:nvPr userDrawn="1"/>
        </p:nvSpPr>
        <p:spPr>
          <a:xfrm>
            <a:off x="711200" y="2667000"/>
            <a:ext cx="16865600" cy="558800"/>
          </a:xfrm>
          <a:prstGeom prst="rect">
            <a:avLst/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3" name="sh113"/>
          <p:cNvSpPr/>
          <p:nvPr userDrawn="1"/>
        </p:nvSpPr>
        <p:spPr>
          <a:xfrm>
            <a:off x="711200" y="3225800"/>
            <a:ext cx="16865600" cy="9525"/>
          </a:xfrm>
          <a:prstGeom prst="rect">
            <a:avLst/>
          </a:prstGeom>
          <a:solidFill>
            <a:srgbClr val="D4D0C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4" name="sh114"/>
          <p:cNvSpPr/>
          <p:nvPr userDrawn="1"/>
        </p:nvSpPr>
        <p:spPr>
          <a:xfrm>
            <a:off x="711200" y="3784600"/>
            <a:ext cx="16865600" cy="9525"/>
          </a:xfrm>
          <a:prstGeom prst="rect">
            <a:avLst/>
          </a:prstGeom>
          <a:solidFill>
            <a:srgbClr val="D4D0C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5" name="sh115"/>
          <p:cNvSpPr/>
          <p:nvPr userDrawn="1"/>
        </p:nvSpPr>
        <p:spPr>
          <a:xfrm>
            <a:off x="711200" y="3784600"/>
            <a:ext cx="16865600" cy="558800"/>
          </a:xfrm>
          <a:prstGeom prst="rect">
            <a:avLst/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6" name="sh116"/>
          <p:cNvSpPr/>
          <p:nvPr userDrawn="1"/>
        </p:nvSpPr>
        <p:spPr>
          <a:xfrm>
            <a:off x="711200" y="4343400"/>
            <a:ext cx="16865600" cy="9525"/>
          </a:xfrm>
          <a:prstGeom prst="rect">
            <a:avLst/>
          </a:prstGeom>
          <a:solidFill>
            <a:srgbClr val="D4D0C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7" name="sh117"/>
          <p:cNvSpPr/>
          <p:nvPr userDrawn="1"/>
        </p:nvSpPr>
        <p:spPr>
          <a:xfrm>
            <a:off x="711200" y="4902200"/>
            <a:ext cx="16865600" cy="9525"/>
          </a:xfrm>
          <a:prstGeom prst="rect">
            <a:avLst/>
          </a:prstGeom>
          <a:solidFill>
            <a:srgbClr val="D4D0C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8" name="sh118"/>
          <p:cNvSpPr/>
          <p:nvPr userDrawn="1"/>
        </p:nvSpPr>
        <p:spPr>
          <a:xfrm>
            <a:off x="711200" y="4902200"/>
            <a:ext cx="16865600" cy="558800"/>
          </a:xfrm>
          <a:prstGeom prst="rect">
            <a:avLst/>
          </a:prstGeom>
          <a:solidFill>
            <a:srgbClr val="E8E4D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9" name="sh119"/>
          <p:cNvSpPr/>
          <p:nvPr userDrawn="1"/>
        </p:nvSpPr>
        <p:spPr>
          <a:xfrm>
            <a:off x="711200" y="5461000"/>
            <a:ext cx="16865600" cy="9525"/>
          </a:xfrm>
          <a:prstGeom prst="rect">
            <a:avLst/>
          </a:prstGeom>
          <a:solidFill>
            <a:srgbClr val="D4D0C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0" name="sh120"/>
          <p:cNvSpPr/>
          <p:nvPr userDrawn="1"/>
        </p:nvSpPr>
        <p:spPr>
          <a:xfrm>
            <a:off x="711200" y="6019800"/>
            <a:ext cx="16865600" cy="9525"/>
          </a:xfrm>
          <a:prstGeom prst="rect">
            <a:avLst/>
          </a:prstGeom>
          <a:solidFill>
            <a:srgbClr val="D4D0C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1" name="tbl121"/>
          <p:cNvSpPr>
            <a:spLocks noGrp="1"/>
          </p:cNvSpPr>
          <p:nvPr>
            <p:ph type="tbl" idx="10"/>
          </p:nvPr>
        </p:nvSpPr>
        <p:spPr>
          <a:xfrm>
            <a:off x="711200" y="2667000"/>
            <a:ext cx="16865600" cy="33528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bg>
      <p:bgPr>
        <a:solidFill>
          <a:srgbClr val="E8E4D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x101"/>
          <p:cNvSpPr txBox="1"/>
          <p:nvPr userDrawn="1"/>
        </p:nvSpPr>
        <p:spPr>
          <a:xfrm>
            <a:off x="711200" y="3175000"/>
            <a:ext cx="1143000" cy="1397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0" b="1" i="0" dirty="0">
                <a:solidFill>
                  <a:srgbClr val="9D5C47"/>
                </a:solidFill>
                <a:latin typeface="Arial"/>
                <a:ea typeface="微軟正黑體"/>
                <a:cs typeface="Arial"/>
              </a:rPr>
              <a:t>“</a:t>
            </a:r>
          </a:p>
        </p:txBody>
      </p:sp>
      <p:sp>
        <p:nvSpPr>
          <p:cNvPr id="102" name="body102"/>
          <p:cNvSpPr>
            <a:spLocks noGrp="1"/>
          </p:cNvSpPr>
          <p:nvPr>
            <p:ph type="body" idx="10"/>
          </p:nvPr>
        </p:nvSpPr>
        <p:spPr>
          <a:xfrm>
            <a:off x="1600200" y="3683000"/>
            <a:ext cx="15087600" cy="2540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8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The quotation</a:t>
            </a:r>
          </a:p>
        </p:txBody>
      </p:sp>
      <p:sp>
        <p:nvSpPr>
          <p:cNvPr id="103" name="sh103"/>
          <p:cNvSpPr/>
          <p:nvPr userDrawn="1"/>
        </p:nvSpPr>
        <p:spPr>
          <a:xfrm>
            <a:off x="1600200" y="6604000"/>
            <a:ext cx="1143000" cy="38100"/>
          </a:xfrm>
          <a:prstGeom prst="rect">
            <a:avLst/>
          </a:prstGeom>
          <a:solidFill>
            <a:srgbClr val="9D5C4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4" name="body104"/>
          <p:cNvSpPr>
            <a:spLocks noGrp="1"/>
          </p:cNvSpPr>
          <p:nvPr>
            <p:ph type="body" idx="11"/>
          </p:nvPr>
        </p:nvSpPr>
        <p:spPr>
          <a:xfrm>
            <a:off x="1600200" y="6921500"/>
            <a:ext cx="15087600" cy="508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8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Attribution · role</a:t>
            </a:r>
          </a:p>
        </p:txBody>
      </p:sp>
      <p:sp>
        <p:nvSpPr>
          <p:cNvPr id="105" name="tx105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6" name="sldNum106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sh101"/>
          <p:cNvSpPr/>
          <p:nvPr userDrawn="1"/>
        </p:nvSpPr>
        <p:spPr>
          <a:xfrm>
            <a:off x="711200" y="1803400"/>
            <a:ext cx="16865600" cy="19050"/>
          </a:xfrm>
          <a:prstGeom prst="rect">
            <a:avLst/>
          </a:prstGeom>
          <a:solidFill>
            <a:srgbClr val="CC785C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02" name="tx102"/>
          <p:cNvSpPr txBox="1"/>
          <p:nvPr userDrawn="1"/>
        </p:nvSpPr>
        <p:spPr>
          <a:xfrm>
            <a:off x="711200" y="9804400"/>
            <a:ext cx="1180592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5C5650"/>
                </a:solidFill>
                <a:latin typeface="Arial"/>
                <a:ea typeface="微軟正黑體"/>
                <a:cs typeface="Arial"/>
              </a:rPr>
              <a:t>{{ORG}}  |  {{DECK_TITLE}}</a:t>
            </a:r>
          </a:p>
        </p:txBody>
      </p:sp>
      <p:sp>
        <p:nvSpPr>
          <p:cNvPr id="103" name="sldNum103"/>
          <p:cNvSpPr>
            <a:spLocks noGrp="1"/>
          </p:cNvSpPr>
          <p:nvPr>
            <p:ph type="sldNum" idx="12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solidFill>
          <a:srgbClr val="CC78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title101"/>
          <p:cNvSpPr>
            <a:spLocks noGrp="1"/>
          </p:cNvSpPr>
          <p:nvPr>
            <p:ph type="title"/>
          </p:nvPr>
        </p:nvSpPr>
        <p:spPr>
          <a:xfrm>
            <a:off x="711200" y="3810000"/>
            <a:ext cx="13492480" cy="1016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34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The ask</a:t>
            </a:r>
          </a:p>
        </p:txBody>
      </p:sp>
      <p:sp>
        <p:nvSpPr>
          <p:cNvPr id="102" name="body102"/>
          <p:cNvSpPr>
            <a:spLocks noGrp="1"/>
          </p:cNvSpPr>
          <p:nvPr>
            <p:ph type="body" idx="1"/>
          </p:nvPr>
        </p:nvSpPr>
        <p:spPr>
          <a:xfrm>
            <a:off x="711200" y="5080000"/>
            <a:ext cx="11805920" cy="2540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21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1. Decision required
2. Owner and date</a:t>
            </a:r>
          </a:p>
        </p:txBody>
      </p:sp>
      <p:sp>
        <p:nvSpPr>
          <p:cNvPr id="103" name="tx103"/>
          <p:cNvSpPr txBox="1"/>
          <p:nvPr userDrawn="1"/>
        </p:nvSpPr>
        <p:spPr>
          <a:xfrm>
            <a:off x="711200" y="9804400"/>
            <a:ext cx="16865600" cy="279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en-US" sz="1300" b="0" i="0" dirty="0">
                <a:solidFill>
                  <a:srgbClr val="1F1E1D"/>
                </a:solidFill>
                <a:latin typeface="Arial"/>
                <a:ea typeface="微軟正黑體"/>
                <a:cs typeface="Arial"/>
              </a:rPr>
              <a:t>{{ORG}} · {{UNIT}}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1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title201"/>
          <p:cNvSpPr>
            <a:spLocks noGrp="1"/>
          </p:cNvSpPr>
          <p:nvPr>
            <p:ph type="title"/>
          </p:nvPr>
        </p:nvSpPr>
        <p:spPr>
          <a:xfrm>
            <a:off x="711200" y="965200"/>
            <a:ext cx="16865600" cy="711200"/>
          </a:xfrm>
          <a:prstGeom prst="rect">
            <a:avLst/>
          </a:prstGeom>
        </p:spPr>
        <p:txBody>
          <a:bodyPr wrap="square" lIns="0" tIns="0" rIns="0" bIns="0" anchor="ctr">
            <a:normAutofit/>
          </a:bodyPr>
          <a:lstStyle>
            <a:lvl1pPr marL="0" indent="0" algn="l">
              <a:buNone/>
              <a:defRPr sz="3000" b="1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Master title</a:t>
            </a:r>
          </a:p>
        </p:txBody>
      </p:sp>
      <p:sp>
        <p:nvSpPr>
          <p:cNvPr id="202" name="body202"/>
          <p:cNvSpPr>
            <a:spLocks noGrp="1"/>
          </p:cNvSpPr>
          <p:nvPr>
            <p:ph type="body" idx="1"/>
          </p:nvPr>
        </p:nvSpPr>
        <p:spPr>
          <a:xfrm>
            <a:off x="711200" y="2184400"/>
            <a:ext cx="16865600" cy="66040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205740" indent="-205740" algn="l">
              <a:defRPr sz="1800" b="0">
                <a:solidFill>
                  <a:srgbClr val="1F1E1D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Master text</a:t>
            </a:r>
          </a:p>
        </p:txBody>
      </p:sp>
      <p:sp>
        <p:nvSpPr>
          <p:cNvPr id="203" name="dt203"/>
          <p:cNvSpPr>
            <a:spLocks noGrp="1"/>
          </p:cNvSpPr>
          <p:nvPr>
            <p:ph type="dt" idx="2"/>
          </p:nvPr>
        </p:nvSpPr>
        <p:spPr>
          <a:xfrm>
            <a:off x="711200" y="9804400"/>
            <a:ext cx="2540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endParaRPr/>
          </a:p>
        </p:txBody>
      </p:sp>
      <p:sp>
        <p:nvSpPr>
          <p:cNvPr id="204" name="ftr204"/>
          <p:cNvSpPr>
            <a:spLocks noGrp="1"/>
          </p:cNvSpPr>
          <p:nvPr>
            <p:ph type="ftr" idx="3"/>
          </p:nvPr>
        </p:nvSpPr>
        <p:spPr>
          <a:xfrm>
            <a:off x="3505200" y="9804400"/>
            <a:ext cx="105156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l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endParaRPr/>
          </a:p>
        </p:txBody>
      </p:sp>
      <p:sp>
        <p:nvSpPr>
          <p:cNvPr id="205" name="sldNum205"/>
          <p:cNvSpPr>
            <a:spLocks noGrp="1"/>
          </p:cNvSpPr>
          <p:nvPr>
            <p:ph type="sldNum" idx="4"/>
          </p:nvPr>
        </p:nvSpPr>
        <p:spPr>
          <a:xfrm>
            <a:off x="16814800" y="9804400"/>
            <a:ext cx="762000" cy="279400"/>
          </a:xfrm>
          <a:prstGeom prst="rect">
            <a:avLst/>
          </a:prstGeom>
        </p:spPr>
        <p:txBody>
          <a:bodyPr wrap="square" lIns="0" tIns="0" rIns="0" bIns="0" anchor="t">
            <a:normAutofit/>
          </a:bodyPr>
          <a:lstStyle>
            <a:lvl1pPr marL="0" indent="0" algn="r">
              <a:buNone/>
              <a:defRPr sz="1300" b="0">
                <a:solidFill>
                  <a:srgbClr val="5C5650"/>
                </a:solidFill>
                <a:latin typeface="Arial"/>
                <a:ea typeface="微軟正黑體"/>
                <a:cs typeface="Arial"/>
              </a:defRPr>
            </a:lvl1pPr>
          </a:lstStyle>
          <a:p>
            <a:r>
              <a:rPr lang="en-US" dirty="0"/>
              <a:t>‹#›</a:t>
            </a:r>
          </a:p>
        </p:txBody>
      </p:sp>
    </p:spTree>
    <p:extLst>
      <p:ext uri="{BB962C8B-B14F-4D97-AF65-F5344CB8AC3E}">
        <p14:creationId xmlns:p14="http://schemas.microsoft.com/office/powerpoint/2010/main" val="29896405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  <p:sldLayoutId id="2147483713" r:id="rId13"/>
    <p:sldLayoutId id="2147483714" r:id="rId14"/>
    <p:sldLayoutId id="2147483715" r:id="rId15"/>
    <p:sldLayoutId id="2147483716" r:id="rId16"/>
    <p:sldLayoutId id="2147483717" r:id="rId17"/>
    <p:sldLayoutId id="2147483718" r:id="rId18"/>
    <p:sldLayoutId id="2147483719" r:id="rId19"/>
  </p:sldLayoutIdLst>
  <p:hf hdr="0"/>
  <p:txStyles>
    <p:titleStyle>
      <a:lvl1pPr marL="0" indent="0" algn="l">
        <a:buNone/>
        <a:defRPr sz="3000">
          <a:solidFill>
            <a:srgbClr val="1F1E1D"/>
          </a:solidFill>
          <a:latin typeface="Arial"/>
          <a:ea typeface="微軟正黑體"/>
          <a:cs typeface="Arial"/>
        </a:defRPr>
      </a:lvl1pPr>
    </p:titleStyle>
    <p:bodyStyle>
      <a:lvl1pPr marL="205740" indent="-205740" algn="l">
        <a:buChar char="•"/>
        <a:defRPr sz="1800">
          <a:solidFill>
            <a:srgbClr val="1F1E1D"/>
          </a:solidFill>
          <a:latin typeface="Arial"/>
          <a:ea typeface="微軟正黑體"/>
          <a:cs typeface="Arial"/>
        </a:defRPr>
      </a:lvl1pPr>
      <a:lvl2pPr marL="411480" indent="-205740" algn="l">
        <a:buChar char="•"/>
        <a:defRPr sz="1600">
          <a:solidFill>
            <a:srgbClr val="5C5650"/>
          </a:solidFill>
          <a:latin typeface="Arial"/>
          <a:ea typeface="微軟正黑體"/>
          <a:cs typeface="Arial"/>
        </a:defRPr>
      </a:lvl2pPr>
      <a:lvl3pPr marL="617220" indent="-205740" algn="l">
        <a:buChar char="•"/>
        <a:defRPr sz="1500">
          <a:solidFill>
            <a:srgbClr val="5C5650"/>
          </a:solidFill>
          <a:latin typeface="Arial"/>
          <a:ea typeface="微軟正黑體"/>
          <a:cs typeface="Arial"/>
        </a:defRPr>
      </a:lvl3pPr>
      <a:lvl4pPr marL="822960" indent="-205740" algn="l">
        <a:buChar char="•"/>
        <a:defRPr sz="1400">
          <a:solidFill>
            <a:srgbClr val="5C5650"/>
          </a:solidFill>
          <a:latin typeface="Arial"/>
          <a:ea typeface="微軟正黑體"/>
          <a:cs typeface="Arial"/>
        </a:defRPr>
      </a:lvl4pPr>
      <a:lvl5pPr marL="1028700" indent="-205740" algn="l">
        <a:buChar char="•"/>
        <a:defRPr sz="1300">
          <a:solidFill>
            <a:srgbClr val="5C5650"/>
          </a:solidFill>
          <a:latin typeface="Arial"/>
          <a:ea typeface="微軟正黑體"/>
          <a:cs typeface="Arial"/>
        </a:defRPr>
      </a:lvl5pPr>
      <a:lvl6pPr marL="1234440" indent="-205740" algn="l">
        <a:buChar char="•"/>
        <a:defRPr sz="1300">
          <a:solidFill>
            <a:srgbClr val="5C5650"/>
          </a:solidFill>
          <a:latin typeface="Arial"/>
          <a:ea typeface="微軟正黑體"/>
          <a:cs typeface="Arial"/>
        </a:defRPr>
      </a:lvl6pPr>
      <a:lvl7pPr marL="1440180" indent="-205740" algn="l">
        <a:buChar char="•"/>
        <a:defRPr sz="1300">
          <a:solidFill>
            <a:srgbClr val="5C5650"/>
          </a:solidFill>
          <a:latin typeface="Arial"/>
          <a:ea typeface="微軟正黑體"/>
          <a:cs typeface="Arial"/>
        </a:defRPr>
      </a:lvl7pPr>
      <a:lvl8pPr marL="1645920" indent="-205740" algn="l">
        <a:buChar char="•"/>
        <a:defRPr sz="1300">
          <a:solidFill>
            <a:srgbClr val="5C5650"/>
          </a:solidFill>
          <a:latin typeface="Arial"/>
          <a:ea typeface="微軟正黑體"/>
          <a:cs typeface="Arial"/>
        </a:defRPr>
      </a:lvl8pPr>
      <a:lvl9pPr marL="1851660" indent="-205740" algn="l">
        <a:buChar char="•"/>
        <a:defRPr sz="1300">
          <a:solidFill>
            <a:srgbClr val="5C5650"/>
          </a:solidFill>
          <a:latin typeface="Arial"/>
          <a:ea typeface="微軟正黑體"/>
          <a:cs typeface="Arial"/>
        </a:defRPr>
      </a:lvl9pPr>
    </p:bodyStyle>
    <p:otherStyle>
      <a:lvl1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1pPr>
      <a:lvl2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2pPr>
      <a:lvl3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3pPr>
      <a:lvl4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4pPr>
      <a:lvl5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5pPr>
      <a:lvl6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6pPr>
      <a:lvl7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7pPr>
      <a:lvl8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8pPr>
      <a:lvl9pPr marL="0" indent="0" algn="l">
        <a:buNone/>
        <a:defRPr sz="1300">
          <a:solidFill>
            <a:srgbClr val="5C5650"/>
          </a:solidFill>
          <a:latin typeface="Arial"/>
          <a:ea typeface="微軟正黑體"/>
          <a:cs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5" orient="horz" pos="2160">
          <p15:clr>
            <a:srgbClr val="F26B43"/>
          </p15:clr>
        </p15:guide>
        <p15:guide id="6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Reiser Warm">
  <a:themeElements>
    <a:clrScheme name="Reiser Warm">
      <a:dk1>
        <a:srgbClr val="1F1E1D"/>
      </a:dk1>
      <a:lt1>
        <a:srgbClr val="F5F1ED"/>
      </a:lt1>
      <a:dk2>
        <a:srgbClr val="5C5650"/>
      </a:dk2>
      <a:lt2>
        <a:srgbClr val="E8E4DF"/>
      </a:lt2>
      <a:accent1>
        <a:srgbClr val="CC785C"/>
      </a:accent1>
      <a:accent2>
        <a:srgbClr val="5C7B9C"/>
      </a:accent2>
      <a:accent3>
        <a:srgbClr val="6B8E5C"/>
      </a:accent3>
      <a:accent4>
        <a:srgbClr val="C28E3D"/>
      </a:accent4>
      <a:accent5>
        <a:srgbClr val="8B7BAB"/>
      </a:accent5>
      <a:accent6>
        <a:srgbClr val="5C9C8E"/>
      </a:accent6>
      <a:hlink>
        <a:srgbClr val="9D5C47"/>
      </a:hlink>
      <a:folHlink>
        <a:srgbClr val="5C5650"/>
      </a:folHlink>
    </a:clrScheme>
    <a:fontScheme name="Arial · 微軟正黑體">
      <a:majorFont>
        <a:latin typeface="Arial"/>
        <a:ea typeface="微軟正黑體"/>
        <a:cs typeface=""/>
        <a:font script="Hant" typeface="微軟正黑體"/>
        <a:font script="Hans" typeface="微軟雅黑"/>
        <a:font script="Jpan" typeface="Yu Gothic"/>
        <a:font script="Hang" typeface="맑은 고딕"/>
      </a:majorFont>
      <a:minorFont>
        <a:latin typeface="Arial"/>
        <a:ea typeface="微軟正黑體"/>
        <a:cs typeface=""/>
        <a:font script="Hant" typeface="微軟正黑體"/>
        <a:font script="Hans" typeface="微軟雅黑"/>
        <a:font script="Jpan" typeface="Yu Gothic"/>
        <a:font script="Hang" typeface="맑은 고딕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Japandi linear_Copilot Layouts_win32_SD_V13" id="{1A98D2ED-8D8F-4042-89AC-2EE345497259}" vid="{2E77DE8A-CCF8-42DD-89D0-20AB94D79FC0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Arial · 微軟正黑體">
      <a:majorFont>
        <a:latin typeface="Arial"/>
        <a:ea typeface="微軟正黑體"/>
        <a:cs typeface=""/>
        <a:font script="Hant" typeface="微軟正黑體"/>
        <a:font script="Hans" typeface="微軟雅黑"/>
        <a:font script="Jpan" typeface="Yu Gothic"/>
        <a:font script="Hang" typeface="맑은 고딕"/>
      </a:majorFont>
      <a:minorFont>
        <a:latin typeface="Arial"/>
        <a:ea typeface="微軟正黑體"/>
        <a:cs typeface=""/>
        <a:font script="Hant" typeface="微軟正黑體"/>
        <a:font script="Hans" typeface="微軟雅黑"/>
        <a:font script="Jpan" typeface="Yu Gothic"/>
        <a:font script="Hang" typeface="맑은 고딕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</Words>
  <Application>Microsoft Macintosh PowerPoint</Application>
  <PresentationFormat>Custom</PresentationFormat>
  <Paragraphs>1</Paragraphs>
  <Slides>2</Slides>
  <Notes>0</Notes>
  <HiddenSlides>0</HiddenSlides>
  <MMClips>0</MMClips>
  <ScaleCrop>false</ScaleCrop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Reiser Warm template</dc:title>
  <dc:creator>house-style</dc:creator>
  <cp:lastModifiedBy>house-style</cp:lastModifiedBy>
  <cp:revision>1</cp:revision>
</cp:coreProperties>
</file>