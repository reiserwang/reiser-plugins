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"/>
  </p:notesMasterIdLst>
  <p:sldIdLst>
    <p:sldId id="256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7B9C"/>
    <a:srgbClr val="C28E3C"/>
    <a:srgbClr val="6B8E5C"/>
    <a:srgbClr val="8B7BAC"/>
    <a:srgbClr val="1F1E1D"/>
    <a:srgbClr val="CC785C"/>
    <a:srgbClr val="F6F3F2"/>
    <a:srgbClr val="D5D0C8"/>
    <a:srgbClr val="E9E4DF"/>
    <a:srgbClr val="1F1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01"/>
    <p:restoredTop sz="80000"/>
  </p:normalViewPr>
  <p:slideViewPr>
    <p:cSldViewPr snapToGrid="0" snapToObjects="1">
      <p:cViewPr varScale="1">
        <p:scale>
          <a:sx n="67" d="100"/>
          <a:sy n="6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Pr>
        <a:solidFill>
          <a:srgbClr val="0B31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810000"/>
            <a:ext cx="1686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{{DECK_TITLE}}　|　{{DECK_TITLE_EN}}</a:t>
            </a:r>
          </a:p>
        </p:txBody>
      </p:sp>
      <p:sp>
        <p:nvSpPr>
          <p:cNvPr id="102" name="ctrTitle102"/>
          <p:cNvSpPr>
            <a:spLocks noGrp="1"/>
          </p:cNvSpPr>
          <p:nvPr>
            <p:ph type="ctrTitle"/>
          </p:nvPr>
        </p:nvSpPr>
        <p:spPr>
          <a:xfrm>
            <a:off x="711200" y="4318000"/>
            <a:ext cx="16865600" cy="165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Report title here</a:t>
            </a:r>
          </a:p>
        </p:txBody>
      </p:sp>
      <p:sp>
        <p:nvSpPr>
          <p:cNvPr id="103" name="subTitle103"/>
          <p:cNvSpPr>
            <a:spLocks noGrp="1"/>
          </p:cNvSpPr>
          <p:nvPr>
            <p:ph type="subTitle" idx="1"/>
          </p:nvPr>
        </p:nvSpPr>
        <p:spPr>
          <a:xfrm>
            <a:off x="711200" y="6172200"/>
            <a:ext cx="10456672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Subtitle · reporting period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7366000"/>
            <a:ext cx="1524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7747000"/>
            <a:ext cx="1686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{{CLASSIFICATION}}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AGENDA · 議程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916940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01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09" name="sh109"/>
          <p:cNvSpPr/>
          <p:nvPr userDrawn="1"/>
        </p:nvSpPr>
        <p:spPr>
          <a:xfrm>
            <a:off x="6401647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x110"/>
          <p:cNvSpPr txBox="1"/>
          <p:nvPr userDrawn="1"/>
        </p:nvSpPr>
        <p:spPr>
          <a:xfrm>
            <a:off x="6607387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02</a:t>
            </a:r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6607387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2092093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x113"/>
          <p:cNvSpPr txBox="1"/>
          <p:nvPr userDrawn="1"/>
        </p:nvSpPr>
        <p:spPr>
          <a:xfrm>
            <a:off x="12297833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03</a:t>
            </a:r>
          </a:p>
        </p:txBody>
      </p:sp>
      <p:sp>
        <p:nvSpPr>
          <p:cNvPr id="114" name="body114"/>
          <p:cNvSpPr>
            <a:spLocks noGrp="1"/>
          </p:cNvSpPr>
          <p:nvPr>
            <p:ph type="body" idx="41"/>
          </p:nvPr>
        </p:nvSpPr>
        <p:spPr>
          <a:xfrm>
            <a:off x="12297833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 Divider">
    <p:bg>
      <p:bgPr>
        <a:solidFill>
          <a:srgbClr val="0B31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dy101"/>
          <p:cNvSpPr>
            <a:spLocks noGrp="1"/>
          </p:cNvSpPr>
          <p:nvPr>
            <p:ph type="body" idx="2"/>
          </p:nvPr>
        </p:nvSpPr>
        <p:spPr>
          <a:xfrm>
            <a:off x="711200" y="3810000"/>
            <a:ext cx="15240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4699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03" name="body103"/>
          <p:cNvSpPr>
            <a:spLocks noGrp="1"/>
          </p:cNvSpPr>
          <p:nvPr>
            <p:ph type="body" idx="1"/>
          </p:nvPr>
        </p:nvSpPr>
        <p:spPr>
          <a:xfrm>
            <a:off x="711200" y="5969000"/>
            <a:ext cx="10119360" cy="63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One line on what this section covers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5740400"/>
            <a:ext cx="1270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EYEBROW · 分類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content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-Column Compa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比較 · COMPARE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 versus B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5A667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　Before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E6F2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目標　After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重點 · HEADLINE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number says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0"/>
          </p:nvPr>
        </p:nvSpPr>
        <p:spPr>
          <a:xfrm>
            <a:off x="711200" y="2692400"/>
            <a:ext cx="7758176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9600" b="1">
                <a:solidFill>
                  <a:srgbClr val="0B318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41"/>
          </p:nvPr>
        </p:nvSpPr>
        <p:spPr>
          <a:xfrm>
            <a:off x="711200" y="5359400"/>
            <a:ext cx="7758176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unit / label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9144000" y="2692400"/>
            <a:ext cx="19050" cy="3302000"/>
          </a:xfrm>
          <a:prstGeom prst="rect">
            <a:avLst/>
          </a:prstGeom>
          <a:solidFill>
            <a:srgbClr val="C3D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9818624" y="2692400"/>
            <a:ext cx="7758176" cy="355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21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Why it matters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Dashbo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指標 · KPI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Key metrics this period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body107"/>
          <p:cNvSpPr>
            <a:spLocks noGrp="1"/>
          </p:cNvSpPr>
          <p:nvPr>
            <p:ph type="body" idx="10"/>
          </p:nvPr>
        </p:nvSpPr>
        <p:spPr>
          <a:xfrm>
            <a:off x="91694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0B318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4"/>
          </p:nvPr>
        </p:nvSpPr>
        <p:spPr>
          <a:xfrm>
            <a:off x="91694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8"/>
          </p:nvPr>
        </p:nvSpPr>
        <p:spPr>
          <a:xfrm>
            <a:off x="91694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7903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8477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0B318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2" name="body112"/>
          <p:cNvSpPr>
            <a:spLocks noGrp="1"/>
          </p:cNvSpPr>
          <p:nvPr>
            <p:ph type="body" idx="15"/>
          </p:nvPr>
        </p:nvSpPr>
        <p:spPr>
          <a:xfrm>
            <a:off x="518477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9"/>
          </p:nvPr>
        </p:nvSpPr>
        <p:spPr>
          <a:xfrm>
            <a:off x="518477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924687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41"/>
          </p:nvPr>
        </p:nvSpPr>
        <p:spPr>
          <a:xfrm>
            <a:off x="945261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0B318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6" name="body116"/>
          <p:cNvSpPr>
            <a:spLocks noGrp="1"/>
          </p:cNvSpPr>
          <p:nvPr>
            <p:ph type="body" idx="16"/>
          </p:nvPr>
        </p:nvSpPr>
        <p:spPr>
          <a:xfrm>
            <a:off x="945261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20"/>
          </p:nvPr>
        </p:nvSpPr>
        <p:spPr>
          <a:xfrm>
            <a:off x="945261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1351470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body119"/>
          <p:cNvSpPr>
            <a:spLocks noGrp="1"/>
          </p:cNvSpPr>
          <p:nvPr>
            <p:ph type="body" idx="13"/>
          </p:nvPr>
        </p:nvSpPr>
        <p:spPr>
          <a:xfrm>
            <a:off x="1372044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0B318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20" name="body120"/>
          <p:cNvSpPr>
            <a:spLocks noGrp="1"/>
          </p:cNvSpPr>
          <p:nvPr>
            <p:ph type="body" idx="17"/>
          </p:nvPr>
        </p:nvSpPr>
        <p:spPr>
          <a:xfrm>
            <a:off x="1372044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21"/>
          </p:nvPr>
        </p:nvSpPr>
        <p:spPr>
          <a:xfrm>
            <a:off x="1372044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22" name="sh122"/>
          <p:cNvSpPr/>
          <p:nvPr userDrawn="1"/>
        </p:nvSpPr>
        <p:spPr>
          <a:xfrm>
            <a:off x="711200" y="8966200"/>
            <a:ext cx="16865600" cy="711200"/>
          </a:xfrm>
          <a:prstGeom prst="roundRect">
            <a:avLst>
              <a:gd name="adj" fmla="val 8000"/>
            </a:avLst>
          </a:prstGeom>
          <a:solidFill>
            <a:srgbClr val="E6F2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body123"/>
          <p:cNvSpPr>
            <a:spLocks noGrp="1"/>
          </p:cNvSpPr>
          <p:nvPr>
            <p:ph type="body" idx="30"/>
          </p:nvPr>
        </p:nvSpPr>
        <p:spPr>
          <a:xfrm>
            <a:off x="916940" y="91440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 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chart shows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6865600" cy="5384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711200" y="7696200"/>
            <a:ext cx="16865600" cy="609600"/>
          </a:xfrm>
          <a:prstGeom prst="roundRect">
            <a:avLst>
              <a:gd name="adj" fmla="val 6000"/>
            </a:avLst>
          </a:prstGeom>
          <a:solidFill>
            <a:srgbClr val="E6F2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916940" y="78486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711200" y="84836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Comment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 with commentary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0456672" cy="622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11373612" y="2184400"/>
            <a:ext cx="6203188" cy="6223000"/>
          </a:xfrm>
          <a:prstGeom prst="roundRect">
            <a:avLst>
              <a:gd name="adj" fmla="val 5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11579352" y="2387600"/>
            <a:ext cx="5791708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解讀　Reading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11579352" y="2844800"/>
            <a:ext cx="5791708" cy="533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userDrawn="1">
  <p:cSld name="Data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表格 · TABLE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bl106"/>
          <p:cNvSpPr>
            <a:spLocks noGrp="1"/>
          </p:cNvSpPr>
          <p:nvPr>
            <p:ph type="tbl" idx="10"/>
          </p:nvPr>
        </p:nvSpPr>
        <p:spPr>
          <a:xfrm>
            <a:off x="711200" y="2184400"/>
            <a:ext cx="16865600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711200" y="8407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Fra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架構 · ARCHITECTURE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System view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5842000"/>
          </a:xfrm>
          <a:prstGeom prst="roundRect">
            <a:avLst>
              <a:gd name="adj" fmla="val 4000"/>
            </a:avLst>
          </a:prstGeom>
          <a:solidFill>
            <a:srgbClr val="F0F6FC"/>
          </a:solidFill>
          <a:ln w="12700">
            <a:solidFill>
              <a:srgbClr val="C3D6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dgm107"/>
          <p:cNvSpPr>
            <a:spLocks noGrp="1"/>
          </p:cNvSpPr>
          <p:nvPr>
            <p:ph type="dgm" idx="10"/>
          </p:nvPr>
        </p:nvSpPr>
        <p:spPr>
          <a:xfrm>
            <a:off x="916940" y="2390140"/>
            <a:ext cx="16454120" cy="54305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Diagram / architecture area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711200" y="8204200"/>
            <a:ext cx="16865600" cy="431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Source / note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圖說 · EXHIBIT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Exhibit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pic106"/>
          <p:cNvSpPr>
            <a:spLocks noGrp="1"/>
          </p:cNvSpPr>
          <p:nvPr>
            <p:ph type="pic" idx="10"/>
          </p:nvPr>
        </p:nvSpPr>
        <p:spPr>
          <a:xfrm>
            <a:off x="711200" y="2184400"/>
            <a:ext cx="9782048" cy="6604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11"/>
          </p:nvPr>
        </p:nvSpPr>
        <p:spPr>
          <a:xfrm>
            <a:off x="10904728" y="2184400"/>
            <a:ext cx="6672072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Caption / reading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10904728" y="8356600"/>
            <a:ext cx="667207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sk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風險 · RISK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Risk matrix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52324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衝擊
Impact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1854200" y="8382000"/>
            <a:ext cx="609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可能性　Likelihood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1854200" y="2184400"/>
            <a:ext cx="3048000" cy="3048000"/>
          </a:xfrm>
          <a:prstGeom prst="rect">
            <a:avLst/>
          </a:prstGeom>
          <a:solidFill>
            <a:srgbClr val="E6F2FC"/>
          </a:solidFill>
          <a:ln w="12700">
            <a:solidFill>
              <a:srgbClr val="C3D6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2059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02200" y="2184400"/>
            <a:ext cx="3048000" cy="3048000"/>
          </a:xfrm>
          <a:prstGeom prst="rect">
            <a:avLst/>
          </a:prstGeom>
          <a:solidFill>
            <a:srgbClr val="F0F6FC"/>
          </a:solidFill>
          <a:ln w="12700">
            <a:solidFill>
              <a:srgbClr val="C3D6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07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854200" y="5232400"/>
            <a:ext cx="3048000" cy="3048000"/>
          </a:xfrm>
          <a:prstGeom prst="rect">
            <a:avLst/>
          </a:prstGeom>
          <a:solidFill>
            <a:srgbClr val="F0F6FC"/>
          </a:solidFill>
          <a:ln w="12700">
            <a:solidFill>
              <a:srgbClr val="C3D6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body113"/>
          <p:cNvSpPr>
            <a:spLocks noGrp="1"/>
          </p:cNvSpPr>
          <p:nvPr>
            <p:ph type="body" idx="41"/>
          </p:nvPr>
        </p:nvSpPr>
        <p:spPr>
          <a:xfrm>
            <a:off x="2059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4902200" y="5232400"/>
            <a:ext cx="3048000" cy="3048000"/>
          </a:xfrm>
          <a:prstGeom prst="rect">
            <a:avLst/>
          </a:prstGeom>
          <a:solidFill>
            <a:srgbClr val="0B318F"/>
          </a:solidFill>
          <a:ln w="12700">
            <a:solidFill>
              <a:srgbClr val="C3D6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13"/>
          </p:nvPr>
        </p:nvSpPr>
        <p:spPr>
          <a:xfrm>
            <a:off x="5107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ident Detai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關注事件 · INCIDENT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Incident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319913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事件概要　Summary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50800" cy="319913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處置作為　Response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589270"/>
            <a:ext cx="50800" cy="319913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x116"/>
          <p:cNvSpPr txBox="1"/>
          <p:nvPr userDrawn="1"/>
        </p:nvSpPr>
        <p:spPr>
          <a:xfrm>
            <a:off x="91694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影響評估　Impact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41"/>
          </p:nvPr>
        </p:nvSpPr>
        <p:spPr>
          <a:xfrm>
            <a:off x="91694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924687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9246870" y="5589270"/>
            <a:ext cx="50800" cy="319913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x120"/>
          <p:cNvSpPr txBox="1"/>
          <p:nvPr userDrawn="1"/>
        </p:nvSpPr>
        <p:spPr>
          <a:xfrm>
            <a:off x="945261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後續追蹤　Follow-up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3"/>
          </p:nvPr>
        </p:nvSpPr>
        <p:spPr>
          <a:xfrm>
            <a:off x="945261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Statu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專案進度 · PROJECTS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 status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148590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336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6445504" y="2336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711200" y="3771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711200" y="3771900"/>
            <a:ext cx="50800" cy="1485900"/>
          </a:xfrm>
          <a:prstGeom prst="rect">
            <a:avLst/>
          </a:prstGeom>
          <a:solidFill>
            <a:srgbClr val="00A3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body112"/>
          <p:cNvSpPr>
            <a:spLocks noGrp="1"/>
          </p:cNvSpPr>
          <p:nvPr>
            <p:ph type="body" idx="41"/>
          </p:nvPr>
        </p:nvSpPr>
        <p:spPr>
          <a:xfrm>
            <a:off x="916940" y="3924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3"/>
          </p:nvPr>
        </p:nvSpPr>
        <p:spPr>
          <a:xfrm>
            <a:off x="6445504" y="3924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359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359400"/>
            <a:ext cx="50800" cy="1485900"/>
          </a:xfrm>
          <a:prstGeom prst="rect">
            <a:avLst/>
          </a:prstGeom>
          <a:solidFill>
            <a:srgbClr val="2E5B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body116"/>
          <p:cNvSpPr>
            <a:spLocks noGrp="1"/>
          </p:cNvSpPr>
          <p:nvPr>
            <p:ph type="body" idx="14"/>
          </p:nvPr>
        </p:nvSpPr>
        <p:spPr>
          <a:xfrm>
            <a:off x="916940" y="5511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15"/>
          </p:nvPr>
        </p:nvSpPr>
        <p:spPr>
          <a:xfrm>
            <a:off x="6445504" y="5511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711200" y="6946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6946900"/>
            <a:ext cx="50800" cy="1485900"/>
          </a:xfrm>
          <a:prstGeom prst="rect">
            <a:avLst/>
          </a:prstGeom>
          <a:solidFill>
            <a:srgbClr val="7C4DB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body120"/>
          <p:cNvSpPr>
            <a:spLocks noGrp="1"/>
          </p:cNvSpPr>
          <p:nvPr>
            <p:ph type="body" idx="16"/>
          </p:nvPr>
        </p:nvSpPr>
        <p:spPr>
          <a:xfrm>
            <a:off x="916940" y="7099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7"/>
          </p:nvPr>
        </p:nvSpPr>
        <p:spPr>
          <a:xfrm>
            <a:off x="6445504" y="7099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 Item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追蹤事項 · ACTIONS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Action items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48260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838200" y="2286000"/>
            <a:ext cx="92659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項次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2018792" y="2286000"/>
            <a:ext cx="7166864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事項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9439656" y="2286000"/>
            <a:ext cx="227584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負責人</a:t>
            </a:r>
          </a:p>
        </p:txBody>
      </p:sp>
      <p:sp>
        <p:nvSpPr>
          <p:cNvPr id="110" name="tx110"/>
          <p:cNvSpPr txBox="1"/>
          <p:nvPr userDrawn="1"/>
        </p:nvSpPr>
        <p:spPr>
          <a:xfrm>
            <a:off x="11969496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完成期限</a:t>
            </a:r>
          </a:p>
        </p:txBody>
      </p:sp>
      <p:sp>
        <p:nvSpPr>
          <p:cNvPr id="111" name="tx111"/>
          <p:cNvSpPr txBox="1"/>
          <p:nvPr userDrawn="1"/>
        </p:nvSpPr>
        <p:spPr>
          <a:xfrm>
            <a:off x="14836648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狀態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711200" y="2667000"/>
            <a:ext cx="16865600" cy="5588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h113"/>
          <p:cNvSpPr/>
          <p:nvPr userDrawn="1"/>
        </p:nvSpPr>
        <p:spPr>
          <a:xfrm>
            <a:off x="711200" y="32258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h114"/>
          <p:cNvSpPr/>
          <p:nvPr userDrawn="1"/>
        </p:nvSpPr>
        <p:spPr>
          <a:xfrm>
            <a:off x="711200" y="37846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3784600"/>
            <a:ext cx="16865600" cy="5588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sh116"/>
          <p:cNvSpPr/>
          <p:nvPr userDrawn="1"/>
        </p:nvSpPr>
        <p:spPr>
          <a:xfrm>
            <a:off x="711200" y="43434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sh117"/>
          <p:cNvSpPr/>
          <p:nvPr userDrawn="1"/>
        </p:nvSpPr>
        <p:spPr>
          <a:xfrm>
            <a:off x="711200" y="49022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sh118"/>
          <p:cNvSpPr/>
          <p:nvPr userDrawn="1"/>
        </p:nvSpPr>
        <p:spPr>
          <a:xfrm>
            <a:off x="711200" y="4902200"/>
            <a:ext cx="16865600" cy="5588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54610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h120"/>
          <p:cNvSpPr/>
          <p:nvPr userDrawn="1"/>
        </p:nvSpPr>
        <p:spPr>
          <a:xfrm>
            <a:off x="711200" y="6019800"/>
            <a:ext cx="16865600" cy="9525"/>
          </a:xfrm>
          <a:prstGeom prst="rect">
            <a:avLst/>
          </a:prstGeom>
          <a:solidFill>
            <a:srgbClr val="C3D6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bl121"/>
          <p:cNvSpPr>
            <a:spLocks noGrp="1"/>
          </p:cNvSpPr>
          <p:nvPr>
            <p:ph type="tbl" idx="10"/>
          </p:nvPr>
        </p:nvSpPr>
        <p:spPr>
          <a:xfrm>
            <a:off x="711200" y="2667000"/>
            <a:ext cx="16865600" cy="3352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175000"/>
            <a:ext cx="1143000" cy="139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0" b="1" i="0" dirty="0">
                <a:solidFill>
                  <a:srgbClr val="0B318F"/>
                </a:solidFill>
                <a:latin typeface="Arial"/>
                <a:ea typeface="微軟正黑體"/>
                <a:cs typeface="Arial"/>
              </a:rPr>
              <a:t>“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0"/>
          </p:nvPr>
        </p:nvSpPr>
        <p:spPr>
          <a:xfrm>
            <a:off x="1600200" y="3683000"/>
            <a:ext cx="1508760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8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quotation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1600200" y="6604000"/>
            <a:ext cx="1143000" cy="3810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body104"/>
          <p:cNvSpPr>
            <a:spLocks noGrp="1"/>
          </p:cNvSpPr>
          <p:nvPr>
            <p:ph type="body" idx="11"/>
          </p:nvPr>
        </p:nvSpPr>
        <p:spPr>
          <a:xfrm>
            <a:off x="1600200" y="6921500"/>
            <a:ext cx="15087600" cy="508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Attribution · role</a:t>
            </a:r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6" name="sldNum106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0B3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102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A6676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3" name="sldNum103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0B31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101"/>
          <p:cNvSpPr>
            <a:spLocks noGrp="1"/>
          </p:cNvSpPr>
          <p:nvPr>
            <p:ph type="title"/>
          </p:nvPr>
        </p:nvSpPr>
        <p:spPr>
          <a:xfrm>
            <a:off x="711200" y="3810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ask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"/>
          </p:nvPr>
        </p:nvSpPr>
        <p:spPr>
          <a:xfrm>
            <a:off x="711200" y="5080000"/>
            <a:ext cx="1180592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1. Decision required
2. Owner and date</a:t>
            </a:r>
          </a:p>
        </p:txBody>
      </p:sp>
      <p:sp>
        <p:nvSpPr>
          <p:cNvPr id="103" name="tx103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201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202" name="body202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1A223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text</a:t>
            </a:r>
          </a:p>
        </p:txBody>
      </p:sp>
      <p:sp>
        <p:nvSpPr>
          <p:cNvPr id="203" name="dt203"/>
          <p:cNvSpPr>
            <a:spLocks noGrp="1"/>
          </p:cNvSpPr>
          <p:nvPr>
            <p:ph type="dt" idx="2"/>
          </p:nvPr>
        </p:nvSpPr>
        <p:spPr>
          <a:xfrm>
            <a:off x="711200" y="9804400"/>
            <a:ext cx="2540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4" name="ftr204"/>
          <p:cNvSpPr>
            <a:spLocks noGrp="1"/>
          </p:cNvSpPr>
          <p:nvPr>
            <p:ph type="ftr" idx="3"/>
          </p:nvPr>
        </p:nvSpPr>
        <p:spPr>
          <a:xfrm>
            <a:off x="3505200" y="9804400"/>
            <a:ext cx="105156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5" name="sldNum205"/>
          <p:cNvSpPr>
            <a:spLocks noGrp="1"/>
          </p:cNvSpPr>
          <p:nvPr>
            <p:ph type="sldNum" idx="4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A6676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5834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</p:sldLayoutIdLst>
  <p:hf sldNum="0" hdr="0" ftr="0" dt="0"/>
  <p:txStyles>
    <p:titleStyle>
      <a:lvl1pPr marL="0" indent="0" algn="l">
        <a:buNone/>
        <a:defRPr sz="3000">
          <a:solidFill>
            <a:srgbClr val="1A2230"/>
          </a:solidFill>
          <a:latin typeface="Arial"/>
          <a:ea typeface="微軟正黑體"/>
          <a:cs typeface="Arial"/>
        </a:defRPr>
      </a:lvl1pPr>
    </p:titleStyle>
    <p:bodyStyle>
      <a:lvl1pPr marL="205740" indent="-205740" algn="l">
        <a:buChar char="•"/>
        <a:defRPr sz="1800">
          <a:solidFill>
            <a:srgbClr val="1A2230"/>
          </a:solidFill>
          <a:latin typeface="Arial"/>
          <a:ea typeface="微軟正黑體"/>
          <a:cs typeface="Arial"/>
        </a:defRPr>
      </a:lvl1pPr>
      <a:lvl2pPr marL="411480" indent="-205740" algn="l">
        <a:buChar char="•"/>
        <a:defRPr sz="1600">
          <a:solidFill>
            <a:srgbClr val="5A6676"/>
          </a:solidFill>
          <a:latin typeface="Arial"/>
          <a:ea typeface="微軟正黑體"/>
          <a:cs typeface="Arial"/>
        </a:defRPr>
      </a:lvl2pPr>
      <a:lvl3pPr marL="617220" indent="-205740" algn="l">
        <a:buChar char="•"/>
        <a:defRPr sz="1500">
          <a:solidFill>
            <a:srgbClr val="5A6676"/>
          </a:solidFill>
          <a:latin typeface="Arial"/>
          <a:ea typeface="微軟正黑體"/>
          <a:cs typeface="Arial"/>
        </a:defRPr>
      </a:lvl3pPr>
      <a:lvl4pPr marL="822960" indent="-205740" algn="l">
        <a:buChar char="•"/>
        <a:defRPr sz="1400">
          <a:solidFill>
            <a:srgbClr val="5A6676"/>
          </a:solidFill>
          <a:latin typeface="Arial"/>
          <a:ea typeface="微軟正黑體"/>
          <a:cs typeface="Arial"/>
        </a:defRPr>
      </a:lvl4pPr>
      <a:lvl5pPr marL="1028700" indent="-205740" algn="l">
        <a:buChar char="•"/>
        <a:defRPr sz="1300">
          <a:solidFill>
            <a:srgbClr val="5A6676"/>
          </a:solidFill>
          <a:latin typeface="Arial"/>
          <a:ea typeface="微軟正黑體"/>
          <a:cs typeface="Arial"/>
        </a:defRPr>
      </a:lvl5pPr>
      <a:lvl6pPr marL="1234440" indent="-205740" algn="l">
        <a:buChar char="•"/>
        <a:defRPr sz="1300">
          <a:solidFill>
            <a:srgbClr val="5A6676"/>
          </a:solidFill>
          <a:latin typeface="Arial"/>
          <a:ea typeface="微軟正黑體"/>
          <a:cs typeface="Arial"/>
        </a:defRPr>
      </a:lvl6pPr>
      <a:lvl7pPr marL="1440180" indent="-205740" algn="l">
        <a:buChar char="•"/>
        <a:defRPr sz="1300">
          <a:solidFill>
            <a:srgbClr val="5A6676"/>
          </a:solidFill>
          <a:latin typeface="Arial"/>
          <a:ea typeface="微軟正黑體"/>
          <a:cs typeface="Arial"/>
        </a:defRPr>
      </a:lvl7pPr>
      <a:lvl8pPr marL="1645920" indent="-205740" algn="l">
        <a:buChar char="•"/>
        <a:defRPr sz="1300">
          <a:solidFill>
            <a:srgbClr val="5A6676"/>
          </a:solidFill>
          <a:latin typeface="Arial"/>
          <a:ea typeface="微軟正黑體"/>
          <a:cs typeface="Arial"/>
        </a:defRPr>
      </a:lvl8pPr>
      <a:lvl9pPr marL="1851660" indent="-205740" algn="l">
        <a:buChar char="•"/>
        <a:defRPr sz="1300">
          <a:solidFill>
            <a:srgbClr val="5A6676"/>
          </a:solidFill>
          <a:latin typeface="Arial"/>
          <a:ea typeface="微軟正黑體"/>
          <a:cs typeface="Arial"/>
        </a:defRPr>
      </a:lvl9pPr>
    </p:bodyStyle>
    <p:otherStyle>
      <a:lvl1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1pPr>
      <a:lvl2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2pPr>
      <a:lvl3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3pPr>
      <a:lvl4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4pPr>
      <a:lvl5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5pPr>
      <a:lvl6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6pPr>
      <a:lvl7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7pPr>
      <a:lvl8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8pPr>
      <a:lvl9pPr marL="0" indent="0" algn="l">
        <a:buNone/>
        <a:defRPr sz="1300">
          <a:solidFill>
            <a:srgbClr val="5A6676"/>
          </a:solidFill>
          <a:latin typeface="Arial"/>
          <a:ea typeface="微軟正黑體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ANA Blue">
  <a:themeElements>
    <a:clrScheme name="ANA Blue">
      <a:dk1>
        <a:srgbClr val="1A2230"/>
      </a:dk1>
      <a:lt1>
        <a:srgbClr val="FFFFFF"/>
      </a:lt1>
      <a:dk2>
        <a:srgbClr val="5A6676"/>
      </a:dk2>
      <a:lt2>
        <a:srgbClr val="F0F6FC"/>
      </a:lt2>
      <a:accent1>
        <a:srgbClr val="0B318F"/>
      </a:accent1>
      <a:accent2>
        <a:srgbClr val="00A3E6"/>
      </a:accent2>
      <a:accent3>
        <a:srgbClr val="2E5BF0"/>
      </a:accent3>
      <a:accent4>
        <a:srgbClr val="7C4DB8"/>
      </a:accent4>
      <a:accent5>
        <a:srgbClr val="2FA84F"/>
      </a:accent5>
      <a:accent6>
        <a:srgbClr val="AFC0D6"/>
      </a:accent6>
      <a:hlink>
        <a:srgbClr val="0B318F"/>
      </a:hlink>
      <a:folHlink>
        <a:srgbClr val="5A6676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ANA Blue template</dc:title>
  <dc:creator>house-style</dc:creator>
  <cp:lastModifiedBy>house-style</cp:lastModifiedBy>
  <cp:revision>1</cp:revision>
</cp:coreProperties>
</file>