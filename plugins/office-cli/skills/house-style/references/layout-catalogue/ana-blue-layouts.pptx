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2"/>
  </p:notesMasterIdLst>
  <p:sldIdLst>
    <p:sldId id="256" r:id="rId3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7B9C"/>
    <a:srgbClr val="C28E3C"/>
    <a:srgbClr val="6B8E5C"/>
    <a:srgbClr val="8B7BAC"/>
    <a:srgbClr val="1F1E1D"/>
    <a:srgbClr val="CC785C"/>
    <a:srgbClr val="F6F3F2"/>
    <a:srgbClr val="D5D0C8"/>
    <a:srgbClr val="E9E4DF"/>
    <a:srgbClr val="1F1E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301"/>
    <p:restoredTop sz="80000"/>
  </p:normalViewPr>
  <p:slideViewPr>
    <p:cSldViewPr snapToGrid="0" snapToObjects="1">
      <p:cViewPr varScale="1">
        <p:scale>
          <a:sx n="67" d="100"/>
          <a:sy n="67" d="100"/>
        </p:scale>
        <p:origin x="50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102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Cover">
    <p:bg>
      <p:bgPr>
        <a:solidFill>
          <a:srgbClr val="0B31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3810000"/>
            <a:ext cx="168656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{{DECK_TITLE}}　|　{{DECK_TITLE_EN}}</a:t>
            </a:r>
          </a:p>
        </p:txBody>
      </p:sp>
      <p:sp>
        <p:nvSpPr>
          <p:cNvPr id="102" name="ctrTitle102"/>
          <p:cNvSpPr>
            <a:spLocks noGrp="1"/>
          </p:cNvSpPr>
          <p:nvPr>
            <p:ph type="ctrTitle"/>
          </p:nvPr>
        </p:nvSpPr>
        <p:spPr>
          <a:xfrm>
            <a:off x="711200" y="4318000"/>
            <a:ext cx="16865600" cy="165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4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Report title here</a:t>
            </a:r>
          </a:p>
        </p:txBody>
      </p:sp>
      <p:sp>
        <p:nvSpPr>
          <p:cNvPr id="103" name="subTitle103"/>
          <p:cNvSpPr>
            <a:spLocks noGrp="1"/>
          </p:cNvSpPr>
          <p:nvPr>
            <p:ph type="subTitle" idx="1"/>
          </p:nvPr>
        </p:nvSpPr>
        <p:spPr>
          <a:xfrm>
            <a:off x="711200" y="6172200"/>
            <a:ext cx="10456672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Subtitle · reporting period</a:t>
            </a:r>
          </a:p>
        </p:txBody>
      </p:sp>
      <p:sp>
        <p:nvSpPr>
          <p:cNvPr id="104" name="sh104"/>
          <p:cNvSpPr/>
          <p:nvPr userDrawn="1"/>
        </p:nvSpPr>
        <p:spPr>
          <a:xfrm>
            <a:off x="711200" y="7366000"/>
            <a:ext cx="1524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tx105"/>
          <p:cNvSpPr txBox="1"/>
          <p:nvPr userDrawn="1"/>
        </p:nvSpPr>
        <p:spPr>
          <a:xfrm>
            <a:off x="711200" y="7747000"/>
            <a:ext cx="168656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0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{{ORG}} · {{UNIT}}</a:t>
            </a:r>
          </a:p>
        </p:txBody>
      </p:sp>
      <p:sp>
        <p:nvSpPr>
          <p:cNvPr id="106" name="tx106"/>
          <p:cNvSpPr txBox="1"/>
          <p:nvPr userDrawn="1"/>
        </p:nvSpPr>
        <p:spPr>
          <a:xfrm>
            <a:off x="711200" y="98044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{{CLASSIFICATION}}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AGENDA · 議程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5484707" cy="1651000"/>
          </a:xfrm>
          <a:prstGeom prst="roundRect">
            <a:avLst>
              <a:gd name="adj" fmla="val 8000"/>
            </a:avLst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tx107"/>
          <p:cNvSpPr txBox="1"/>
          <p:nvPr userDrawn="1"/>
        </p:nvSpPr>
        <p:spPr>
          <a:xfrm>
            <a:off x="916940" y="2390140"/>
            <a:ext cx="50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01</a:t>
            </a:r>
          </a:p>
        </p:txBody>
      </p:sp>
      <p:sp>
        <p:nvSpPr>
          <p:cNvPr id="108" name="body108"/>
          <p:cNvSpPr>
            <a:spLocks noGrp="1"/>
          </p:cNvSpPr>
          <p:nvPr>
            <p:ph type="body" idx="10"/>
          </p:nvPr>
        </p:nvSpPr>
        <p:spPr>
          <a:xfrm>
            <a:off x="916940" y="2921000"/>
            <a:ext cx="5073227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 item</a:t>
            </a:r>
          </a:p>
        </p:txBody>
      </p:sp>
      <p:sp>
        <p:nvSpPr>
          <p:cNvPr id="109" name="sh109"/>
          <p:cNvSpPr/>
          <p:nvPr userDrawn="1"/>
        </p:nvSpPr>
        <p:spPr>
          <a:xfrm>
            <a:off x="6401647" y="2184400"/>
            <a:ext cx="5484707" cy="1651000"/>
          </a:xfrm>
          <a:prstGeom prst="roundRect">
            <a:avLst>
              <a:gd name="adj" fmla="val 8000"/>
            </a:avLst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tx110"/>
          <p:cNvSpPr txBox="1"/>
          <p:nvPr userDrawn="1"/>
        </p:nvSpPr>
        <p:spPr>
          <a:xfrm>
            <a:off x="6607387" y="2390140"/>
            <a:ext cx="50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02</a:t>
            </a:r>
          </a:p>
        </p:txBody>
      </p:sp>
      <p:sp>
        <p:nvSpPr>
          <p:cNvPr id="111" name="body111"/>
          <p:cNvSpPr>
            <a:spLocks noGrp="1"/>
          </p:cNvSpPr>
          <p:nvPr>
            <p:ph type="body" idx="11"/>
          </p:nvPr>
        </p:nvSpPr>
        <p:spPr>
          <a:xfrm>
            <a:off x="6607387" y="2921000"/>
            <a:ext cx="5073227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 item</a:t>
            </a:r>
          </a:p>
        </p:txBody>
      </p:sp>
      <p:sp>
        <p:nvSpPr>
          <p:cNvPr id="112" name="sh112"/>
          <p:cNvSpPr/>
          <p:nvPr userDrawn="1"/>
        </p:nvSpPr>
        <p:spPr>
          <a:xfrm>
            <a:off x="12092093" y="2184400"/>
            <a:ext cx="5484707" cy="1651000"/>
          </a:xfrm>
          <a:prstGeom prst="roundRect">
            <a:avLst>
              <a:gd name="adj" fmla="val 8000"/>
            </a:avLst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tx113"/>
          <p:cNvSpPr txBox="1"/>
          <p:nvPr userDrawn="1"/>
        </p:nvSpPr>
        <p:spPr>
          <a:xfrm>
            <a:off x="12297833" y="2390140"/>
            <a:ext cx="50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03</a:t>
            </a:r>
          </a:p>
        </p:txBody>
      </p:sp>
      <p:sp>
        <p:nvSpPr>
          <p:cNvPr id="114" name="body114"/>
          <p:cNvSpPr>
            <a:spLocks noGrp="1"/>
          </p:cNvSpPr>
          <p:nvPr>
            <p:ph type="body" idx="41"/>
          </p:nvPr>
        </p:nvSpPr>
        <p:spPr>
          <a:xfrm>
            <a:off x="12297833" y="2921000"/>
            <a:ext cx="5073227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 item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 Divider">
    <p:bg>
      <p:bgPr>
        <a:solidFill>
          <a:srgbClr val="0B31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ody101"/>
          <p:cNvSpPr>
            <a:spLocks noGrp="1"/>
          </p:cNvSpPr>
          <p:nvPr>
            <p:ph type="body" idx="2"/>
          </p:nvPr>
        </p:nvSpPr>
        <p:spPr>
          <a:xfrm>
            <a:off x="711200" y="3810000"/>
            <a:ext cx="1524000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4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01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4699000"/>
            <a:ext cx="13492480" cy="101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4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03" name="body103"/>
          <p:cNvSpPr>
            <a:spLocks noGrp="1"/>
          </p:cNvSpPr>
          <p:nvPr>
            <p:ph type="body" idx="1"/>
          </p:nvPr>
        </p:nvSpPr>
        <p:spPr>
          <a:xfrm>
            <a:off x="711200" y="5969000"/>
            <a:ext cx="10119360" cy="635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One line on what this section covers</a:t>
            </a:r>
          </a:p>
        </p:txBody>
      </p:sp>
      <p:sp>
        <p:nvSpPr>
          <p:cNvPr id="104" name="sh104"/>
          <p:cNvSpPr/>
          <p:nvPr userDrawn="1"/>
        </p:nvSpPr>
        <p:spPr>
          <a:xfrm>
            <a:off x="711200" y="5740400"/>
            <a:ext cx="1270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EYEBROW · 分類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body106"/>
          <p:cNvSpPr>
            <a:spLocks noGrp="1"/>
          </p:cNvSpPr>
          <p:nvPr>
            <p:ph type="body" idx="1"/>
          </p:nvPr>
        </p:nvSpPr>
        <p:spPr>
          <a:xfrm>
            <a:off x="711200" y="2184400"/>
            <a:ext cx="16865600" cy="660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Click to edit content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-Column Compa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比較 · COMPARE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 versus B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8329930" cy="6604000"/>
          </a:xfrm>
          <a:prstGeom prst="roundRect">
            <a:avLst>
              <a:gd name="adj" fmla="val 5000"/>
            </a:avLst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h107"/>
          <p:cNvSpPr/>
          <p:nvPr userDrawn="1"/>
        </p:nvSpPr>
        <p:spPr>
          <a:xfrm>
            <a:off x="711200" y="2184400"/>
            <a:ext cx="8329930" cy="508000"/>
          </a:xfrm>
          <a:prstGeom prst="roundRect">
            <a:avLst>
              <a:gd name="adj" fmla="val 5000"/>
            </a:avLst>
          </a:prstGeom>
          <a:solidFill>
            <a:srgbClr val="5A66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 txBox="1"/>
          <p:nvPr userDrawn="1"/>
        </p:nvSpPr>
        <p:spPr>
          <a:xfrm>
            <a:off x="916940" y="22987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現況　Before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0"/>
          </p:nvPr>
        </p:nvSpPr>
        <p:spPr>
          <a:xfrm>
            <a:off x="916940" y="2921000"/>
            <a:ext cx="7918450" cy="5689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9246870" y="2184400"/>
            <a:ext cx="8329930" cy="6604000"/>
          </a:xfrm>
          <a:prstGeom prst="roundRect">
            <a:avLst>
              <a:gd name="adj" fmla="val 5000"/>
            </a:avLst>
          </a:prstGeom>
          <a:solidFill>
            <a:srgbClr val="E6F2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h111"/>
          <p:cNvSpPr/>
          <p:nvPr userDrawn="1"/>
        </p:nvSpPr>
        <p:spPr>
          <a:xfrm>
            <a:off x="9246870" y="2184400"/>
            <a:ext cx="8329930" cy="508000"/>
          </a:xfrm>
          <a:prstGeom prst="roundRect">
            <a:avLst>
              <a:gd name="adj" fmla="val 5000"/>
            </a:avLst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tx112"/>
          <p:cNvSpPr txBox="1"/>
          <p:nvPr userDrawn="1"/>
        </p:nvSpPr>
        <p:spPr>
          <a:xfrm>
            <a:off x="9452610" y="22987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目標　After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1"/>
          </p:nvPr>
        </p:nvSpPr>
        <p:spPr>
          <a:xfrm>
            <a:off x="9452610" y="2921000"/>
            <a:ext cx="7918450" cy="5689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重點 · HEADLINE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What the number says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body106"/>
          <p:cNvSpPr>
            <a:spLocks noGrp="1"/>
          </p:cNvSpPr>
          <p:nvPr>
            <p:ph type="body" idx="10"/>
          </p:nvPr>
        </p:nvSpPr>
        <p:spPr>
          <a:xfrm>
            <a:off x="711200" y="2692400"/>
            <a:ext cx="7758176" cy="25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9600" b="1">
                <a:solidFill>
                  <a:srgbClr val="0B318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42</a:t>
            </a:r>
          </a:p>
        </p:txBody>
      </p:sp>
      <p:sp>
        <p:nvSpPr>
          <p:cNvPr id="107" name="body107"/>
          <p:cNvSpPr>
            <a:spLocks noGrp="1"/>
          </p:cNvSpPr>
          <p:nvPr>
            <p:ph type="body" idx="41"/>
          </p:nvPr>
        </p:nvSpPr>
        <p:spPr>
          <a:xfrm>
            <a:off x="711200" y="5359400"/>
            <a:ext cx="7758176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unit / label</a:t>
            </a:r>
          </a:p>
        </p:txBody>
      </p:sp>
      <p:sp>
        <p:nvSpPr>
          <p:cNvPr id="108" name="sh108"/>
          <p:cNvSpPr/>
          <p:nvPr userDrawn="1"/>
        </p:nvSpPr>
        <p:spPr>
          <a:xfrm>
            <a:off x="9144000" y="2692400"/>
            <a:ext cx="19050" cy="3302000"/>
          </a:xfrm>
          <a:prstGeom prst="rect">
            <a:avLst/>
          </a:prstGeom>
          <a:solidFill>
            <a:srgbClr val="C3D6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9" name="body109"/>
          <p:cNvSpPr>
            <a:spLocks noGrp="1"/>
          </p:cNvSpPr>
          <p:nvPr>
            <p:ph type="body" idx="11"/>
          </p:nvPr>
        </p:nvSpPr>
        <p:spPr>
          <a:xfrm>
            <a:off x="9818624" y="2692400"/>
            <a:ext cx="7758176" cy="355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2100" b="0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Why it matters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PI Dashbo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指標 · KPI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Key metrics this period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body107"/>
          <p:cNvSpPr>
            <a:spLocks noGrp="1"/>
          </p:cNvSpPr>
          <p:nvPr>
            <p:ph type="body" idx="10"/>
          </p:nvPr>
        </p:nvSpPr>
        <p:spPr>
          <a:xfrm>
            <a:off x="916940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0B318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08" name="body108"/>
          <p:cNvSpPr>
            <a:spLocks noGrp="1"/>
          </p:cNvSpPr>
          <p:nvPr>
            <p:ph type="body" idx="14"/>
          </p:nvPr>
        </p:nvSpPr>
        <p:spPr>
          <a:xfrm>
            <a:off x="916940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8"/>
          </p:nvPr>
        </p:nvSpPr>
        <p:spPr>
          <a:xfrm>
            <a:off x="916940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4979035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body111"/>
          <p:cNvSpPr>
            <a:spLocks noGrp="1"/>
          </p:cNvSpPr>
          <p:nvPr>
            <p:ph type="body" idx="11"/>
          </p:nvPr>
        </p:nvSpPr>
        <p:spPr>
          <a:xfrm>
            <a:off x="5184775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0B318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12" name="body112"/>
          <p:cNvSpPr>
            <a:spLocks noGrp="1"/>
          </p:cNvSpPr>
          <p:nvPr>
            <p:ph type="body" idx="15"/>
          </p:nvPr>
        </p:nvSpPr>
        <p:spPr>
          <a:xfrm>
            <a:off x="5184775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9"/>
          </p:nvPr>
        </p:nvSpPr>
        <p:spPr>
          <a:xfrm>
            <a:off x="5184775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9246870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body115"/>
          <p:cNvSpPr>
            <a:spLocks noGrp="1"/>
          </p:cNvSpPr>
          <p:nvPr>
            <p:ph type="body" idx="41"/>
          </p:nvPr>
        </p:nvSpPr>
        <p:spPr>
          <a:xfrm>
            <a:off x="9452610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0B318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16" name="body116"/>
          <p:cNvSpPr>
            <a:spLocks noGrp="1"/>
          </p:cNvSpPr>
          <p:nvPr>
            <p:ph type="body" idx="16"/>
          </p:nvPr>
        </p:nvSpPr>
        <p:spPr>
          <a:xfrm>
            <a:off x="9452610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17" name="body117"/>
          <p:cNvSpPr>
            <a:spLocks noGrp="1"/>
          </p:cNvSpPr>
          <p:nvPr>
            <p:ph type="body" idx="20"/>
          </p:nvPr>
        </p:nvSpPr>
        <p:spPr>
          <a:xfrm>
            <a:off x="9452610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18" name="sh118"/>
          <p:cNvSpPr/>
          <p:nvPr userDrawn="1"/>
        </p:nvSpPr>
        <p:spPr>
          <a:xfrm>
            <a:off x="13514705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body119"/>
          <p:cNvSpPr>
            <a:spLocks noGrp="1"/>
          </p:cNvSpPr>
          <p:nvPr>
            <p:ph type="body" idx="13"/>
          </p:nvPr>
        </p:nvSpPr>
        <p:spPr>
          <a:xfrm>
            <a:off x="13720445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0B318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20" name="body120"/>
          <p:cNvSpPr>
            <a:spLocks noGrp="1"/>
          </p:cNvSpPr>
          <p:nvPr>
            <p:ph type="body" idx="17"/>
          </p:nvPr>
        </p:nvSpPr>
        <p:spPr>
          <a:xfrm>
            <a:off x="13720445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21" name="body121"/>
          <p:cNvSpPr>
            <a:spLocks noGrp="1"/>
          </p:cNvSpPr>
          <p:nvPr>
            <p:ph type="body" idx="21"/>
          </p:nvPr>
        </p:nvSpPr>
        <p:spPr>
          <a:xfrm>
            <a:off x="13720445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22" name="sh122"/>
          <p:cNvSpPr/>
          <p:nvPr userDrawn="1"/>
        </p:nvSpPr>
        <p:spPr>
          <a:xfrm>
            <a:off x="711200" y="8966200"/>
            <a:ext cx="16865600" cy="711200"/>
          </a:xfrm>
          <a:prstGeom prst="roundRect">
            <a:avLst>
              <a:gd name="adj" fmla="val 8000"/>
            </a:avLst>
          </a:prstGeom>
          <a:solidFill>
            <a:srgbClr val="E6F2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body123"/>
          <p:cNvSpPr>
            <a:spLocks noGrp="1"/>
          </p:cNvSpPr>
          <p:nvPr>
            <p:ph type="body" idx="30"/>
          </p:nvPr>
        </p:nvSpPr>
        <p:spPr>
          <a:xfrm>
            <a:off x="916940" y="9144000"/>
            <a:ext cx="1645412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Takeaway line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akeawa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數據 · DATA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What the chart shows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chart106"/>
          <p:cNvSpPr>
            <a:spLocks noGrp="1"/>
          </p:cNvSpPr>
          <p:nvPr>
            <p:ph type="chart" idx="10"/>
          </p:nvPr>
        </p:nvSpPr>
        <p:spPr>
          <a:xfrm>
            <a:off x="711200" y="2184400"/>
            <a:ext cx="16865600" cy="53848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07" name="sh107"/>
          <p:cNvSpPr/>
          <p:nvPr userDrawn="1"/>
        </p:nvSpPr>
        <p:spPr>
          <a:xfrm>
            <a:off x="711200" y="7696200"/>
            <a:ext cx="16865600" cy="609600"/>
          </a:xfrm>
          <a:prstGeom prst="roundRect">
            <a:avLst>
              <a:gd name="adj" fmla="val 6000"/>
            </a:avLst>
          </a:prstGeom>
          <a:solidFill>
            <a:srgbClr val="E6F2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body108"/>
          <p:cNvSpPr>
            <a:spLocks noGrp="1"/>
          </p:cNvSpPr>
          <p:nvPr>
            <p:ph type="body" idx="11"/>
          </p:nvPr>
        </p:nvSpPr>
        <p:spPr>
          <a:xfrm>
            <a:off x="916940" y="7848600"/>
            <a:ext cx="1645412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Takeaway</a:t>
            </a:r>
          </a:p>
        </p:txBody>
      </p:sp>
      <p:sp>
        <p:nvSpPr>
          <p:cNvPr id="109" name="tx109"/>
          <p:cNvSpPr txBox="1"/>
          <p:nvPr userDrawn="1"/>
        </p:nvSpPr>
        <p:spPr>
          <a:xfrm>
            <a:off x="711200" y="84836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Source: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+ Comment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數據 · DATA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Chart with commentary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chart106"/>
          <p:cNvSpPr>
            <a:spLocks noGrp="1"/>
          </p:cNvSpPr>
          <p:nvPr>
            <p:ph type="chart" idx="10"/>
          </p:nvPr>
        </p:nvSpPr>
        <p:spPr>
          <a:xfrm>
            <a:off x="711200" y="2184400"/>
            <a:ext cx="10456672" cy="62230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07" name="sh107"/>
          <p:cNvSpPr/>
          <p:nvPr userDrawn="1"/>
        </p:nvSpPr>
        <p:spPr>
          <a:xfrm>
            <a:off x="11373612" y="2184400"/>
            <a:ext cx="6203188" cy="6223000"/>
          </a:xfrm>
          <a:prstGeom prst="roundRect">
            <a:avLst>
              <a:gd name="adj" fmla="val 5000"/>
            </a:avLst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 txBox="1"/>
          <p:nvPr userDrawn="1"/>
        </p:nvSpPr>
        <p:spPr>
          <a:xfrm>
            <a:off x="11579352" y="2387600"/>
            <a:ext cx="5791708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解讀　Reading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1"/>
          </p:nvPr>
        </p:nvSpPr>
        <p:spPr>
          <a:xfrm>
            <a:off x="11579352" y="2844800"/>
            <a:ext cx="5791708" cy="533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userDrawn="1">
  <p:cSld name="Data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表格 · TABLE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Table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tbl106"/>
          <p:cNvSpPr>
            <a:spLocks noGrp="1"/>
          </p:cNvSpPr>
          <p:nvPr>
            <p:ph type="tbl" idx="10"/>
          </p:nvPr>
        </p:nvSpPr>
        <p:spPr>
          <a:xfrm>
            <a:off x="711200" y="2184400"/>
            <a:ext cx="16865600" cy="609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Table</a:t>
            </a:r>
          </a:p>
        </p:txBody>
      </p:sp>
      <p:sp>
        <p:nvSpPr>
          <p:cNvPr id="107" name="tx107"/>
          <p:cNvSpPr txBox="1"/>
          <p:nvPr userDrawn="1"/>
        </p:nvSpPr>
        <p:spPr>
          <a:xfrm>
            <a:off x="711200" y="84074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Source: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Fram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架構 · ARCHITECTURE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System view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16865600" cy="5842000"/>
          </a:xfrm>
          <a:prstGeom prst="roundRect">
            <a:avLst>
              <a:gd name="adj" fmla="val 4000"/>
            </a:avLst>
          </a:prstGeom>
          <a:solidFill>
            <a:srgbClr val="F0F6FC"/>
          </a:solidFill>
          <a:ln w="12700">
            <a:solidFill>
              <a:srgbClr val="C3D6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" name="dgm107"/>
          <p:cNvSpPr>
            <a:spLocks noGrp="1"/>
          </p:cNvSpPr>
          <p:nvPr>
            <p:ph type="dgm" idx="10"/>
          </p:nvPr>
        </p:nvSpPr>
        <p:spPr>
          <a:xfrm>
            <a:off x="916940" y="2390140"/>
            <a:ext cx="16454120" cy="543052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Diagram / architecture area</a:t>
            </a:r>
          </a:p>
        </p:txBody>
      </p:sp>
      <p:sp>
        <p:nvSpPr>
          <p:cNvPr id="108" name="body108"/>
          <p:cNvSpPr>
            <a:spLocks noGrp="1"/>
          </p:cNvSpPr>
          <p:nvPr>
            <p:ph type="body" idx="11"/>
          </p:nvPr>
        </p:nvSpPr>
        <p:spPr>
          <a:xfrm>
            <a:off x="711200" y="8204200"/>
            <a:ext cx="16865600" cy="431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Source / note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圖說 · EXHIBIT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Exhibit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pic106"/>
          <p:cNvSpPr>
            <a:spLocks noGrp="1"/>
          </p:cNvSpPr>
          <p:nvPr>
            <p:ph type="pic" idx="10"/>
          </p:nvPr>
        </p:nvSpPr>
        <p:spPr>
          <a:xfrm>
            <a:off x="711200" y="2184400"/>
            <a:ext cx="9782048" cy="66040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07" name="body107"/>
          <p:cNvSpPr>
            <a:spLocks noGrp="1"/>
          </p:cNvSpPr>
          <p:nvPr>
            <p:ph type="body" idx="11"/>
          </p:nvPr>
        </p:nvSpPr>
        <p:spPr>
          <a:xfrm>
            <a:off x="10904728" y="2184400"/>
            <a:ext cx="6672072" cy="609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Caption / reading</a:t>
            </a:r>
          </a:p>
        </p:txBody>
      </p:sp>
      <p:sp>
        <p:nvSpPr>
          <p:cNvPr id="108" name="tx108"/>
          <p:cNvSpPr txBox="1"/>
          <p:nvPr userDrawn="1"/>
        </p:nvSpPr>
        <p:spPr>
          <a:xfrm>
            <a:off x="10904728" y="8356600"/>
            <a:ext cx="667207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Source: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sk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風險 · RISK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Risk matrix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tx106"/>
          <p:cNvSpPr txBox="1"/>
          <p:nvPr userDrawn="1"/>
        </p:nvSpPr>
        <p:spPr>
          <a:xfrm>
            <a:off x="711200" y="5232400"/>
            <a:ext cx="1016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1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衝擊
Impact</a:t>
            </a:r>
          </a:p>
        </p:txBody>
      </p:sp>
      <p:sp>
        <p:nvSpPr>
          <p:cNvPr id="107" name="tx107"/>
          <p:cNvSpPr txBox="1"/>
          <p:nvPr userDrawn="1"/>
        </p:nvSpPr>
        <p:spPr>
          <a:xfrm>
            <a:off x="1854200" y="8382000"/>
            <a:ext cx="6096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可能性　Likelihood</a:t>
            </a:r>
          </a:p>
        </p:txBody>
      </p:sp>
      <p:sp>
        <p:nvSpPr>
          <p:cNvPr id="108" name="sh108"/>
          <p:cNvSpPr/>
          <p:nvPr userDrawn="1"/>
        </p:nvSpPr>
        <p:spPr>
          <a:xfrm>
            <a:off x="1854200" y="2184400"/>
            <a:ext cx="3048000" cy="3048000"/>
          </a:xfrm>
          <a:prstGeom prst="rect">
            <a:avLst/>
          </a:prstGeom>
          <a:solidFill>
            <a:srgbClr val="E6F2FC"/>
          </a:solidFill>
          <a:ln w="12700">
            <a:solidFill>
              <a:srgbClr val="C3D6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9" name="body109"/>
          <p:cNvSpPr>
            <a:spLocks noGrp="1"/>
          </p:cNvSpPr>
          <p:nvPr>
            <p:ph type="body" idx="10"/>
          </p:nvPr>
        </p:nvSpPr>
        <p:spPr>
          <a:xfrm>
            <a:off x="2059940" y="2390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4902200" y="2184400"/>
            <a:ext cx="3048000" cy="3048000"/>
          </a:xfrm>
          <a:prstGeom prst="rect">
            <a:avLst/>
          </a:prstGeom>
          <a:solidFill>
            <a:srgbClr val="F0F6FC"/>
          </a:solidFill>
          <a:ln w="12700">
            <a:solidFill>
              <a:srgbClr val="C3D6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1" name="body111"/>
          <p:cNvSpPr>
            <a:spLocks noGrp="1"/>
          </p:cNvSpPr>
          <p:nvPr>
            <p:ph type="body" idx="11"/>
          </p:nvPr>
        </p:nvSpPr>
        <p:spPr>
          <a:xfrm>
            <a:off x="5107940" y="2390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2" name="sh112"/>
          <p:cNvSpPr/>
          <p:nvPr userDrawn="1"/>
        </p:nvSpPr>
        <p:spPr>
          <a:xfrm>
            <a:off x="1854200" y="5232400"/>
            <a:ext cx="3048000" cy="3048000"/>
          </a:xfrm>
          <a:prstGeom prst="rect">
            <a:avLst/>
          </a:prstGeom>
          <a:solidFill>
            <a:srgbClr val="F0F6FC"/>
          </a:solidFill>
          <a:ln w="12700">
            <a:solidFill>
              <a:srgbClr val="C3D6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3" name="body113"/>
          <p:cNvSpPr>
            <a:spLocks noGrp="1"/>
          </p:cNvSpPr>
          <p:nvPr>
            <p:ph type="body" idx="41"/>
          </p:nvPr>
        </p:nvSpPr>
        <p:spPr>
          <a:xfrm>
            <a:off x="2059940" y="5438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4902200" y="5232400"/>
            <a:ext cx="3048000" cy="3048000"/>
          </a:xfrm>
          <a:prstGeom prst="rect">
            <a:avLst/>
          </a:prstGeom>
          <a:solidFill>
            <a:srgbClr val="0B318F"/>
          </a:solidFill>
          <a:ln w="12700">
            <a:solidFill>
              <a:srgbClr val="C3D6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5" name="body115"/>
          <p:cNvSpPr>
            <a:spLocks noGrp="1"/>
          </p:cNvSpPr>
          <p:nvPr>
            <p:ph type="body" idx="13"/>
          </p:nvPr>
        </p:nvSpPr>
        <p:spPr>
          <a:xfrm>
            <a:off x="5107940" y="5438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cident Detai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關注事件 · INCIDENT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Incident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h107"/>
          <p:cNvSpPr/>
          <p:nvPr userDrawn="1"/>
        </p:nvSpPr>
        <p:spPr>
          <a:xfrm>
            <a:off x="711200" y="2184400"/>
            <a:ext cx="50800" cy="319913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 txBox="1"/>
          <p:nvPr userDrawn="1"/>
        </p:nvSpPr>
        <p:spPr>
          <a:xfrm>
            <a:off x="916940" y="23622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事件概要　Summary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0"/>
          </p:nvPr>
        </p:nvSpPr>
        <p:spPr>
          <a:xfrm>
            <a:off x="916940" y="279400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9246870" y="218440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h111"/>
          <p:cNvSpPr/>
          <p:nvPr userDrawn="1"/>
        </p:nvSpPr>
        <p:spPr>
          <a:xfrm>
            <a:off x="9246870" y="2184400"/>
            <a:ext cx="50800" cy="319913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tx112"/>
          <p:cNvSpPr txBox="1"/>
          <p:nvPr userDrawn="1"/>
        </p:nvSpPr>
        <p:spPr>
          <a:xfrm>
            <a:off x="9452610" y="23622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處置作為　Response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1"/>
          </p:nvPr>
        </p:nvSpPr>
        <p:spPr>
          <a:xfrm>
            <a:off x="9452610" y="279400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711200" y="558927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h115"/>
          <p:cNvSpPr/>
          <p:nvPr userDrawn="1"/>
        </p:nvSpPr>
        <p:spPr>
          <a:xfrm>
            <a:off x="711200" y="5589270"/>
            <a:ext cx="50800" cy="319913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tx116"/>
          <p:cNvSpPr txBox="1"/>
          <p:nvPr userDrawn="1"/>
        </p:nvSpPr>
        <p:spPr>
          <a:xfrm>
            <a:off x="916940" y="576707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影響評估　Impact</a:t>
            </a:r>
          </a:p>
        </p:txBody>
      </p:sp>
      <p:sp>
        <p:nvSpPr>
          <p:cNvPr id="117" name="body117"/>
          <p:cNvSpPr>
            <a:spLocks noGrp="1"/>
          </p:cNvSpPr>
          <p:nvPr>
            <p:ph type="body" idx="41"/>
          </p:nvPr>
        </p:nvSpPr>
        <p:spPr>
          <a:xfrm>
            <a:off x="916940" y="619887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8" name="sh118"/>
          <p:cNvSpPr/>
          <p:nvPr userDrawn="1"/>
        </p:nvSpPr>
        <p:spPr>
          <a:xfrm>
            <a:off x="9246870" y="558927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h119"/>
          <p:cNvSpPr/>
          <p:nvPr userDrawn="1"/>
        </p:nvSpPr>
        <p:spPr>
          <a:xfrm>
            <a:off x="9246870" y="5589270"/>
            <a:ext cx="50800" cy="319913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tx120"/>
          <p:cNvSpPr txBox="1"/>
          <p:nvPr userDrawn="1"/>
        </p:nvSpPr>
        <p:spPr>
          <a:xfrm>
            <a:off x="9452610" y="576707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後續追蹤　Follow-up</a:t>
            </a:r>
          </a:p>
        </p:txBody>
      </p:sp>
      <p:sp>
        <p:nvSpPr>
          <p:cNvPr id="121" name="body121"/>
          <p:cNvSpPr>
            <a:spLocks noGrp="1"/>
          </p:cNvSpPr>
          <p:nvPr>
            <p:ph type="body" idx="13"/>
          </p:nvPr>
        </p:nvSpPr>
        <p:spPr>
          <a:xfrm>
            <a:off x="9452610" y="619887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Statu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專案進度 · PROJECTS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 status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h107"/>
          <p:cNvSpPr/>
          <p:nvPr userDrawn="1"/>
        </p:nvSpPr>
        <p:spPr>
          <a:xfrm>
            <a:off x="711200" y="2184400"/>
            <a:ext cx="50800" cy="148590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body108"/>
          <p:cNvSpPr>
            <a:spLocks noGrp="1"/>
          </p:cNvSpPr>
          <p:nvPr>
            <p:ph type="body" idx="10"/>
          </p:nvPr>
        </p:nvSpPr>
        <p:spPr>
          <a:xfrm>
            <a:off x="916940" y="23368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1"/>
          </p:nvPr>
        </p:nvSpPr>
        <p:spPr>
          <a:xfrm>
            <a:off x="6445504" y="23368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711200" y="37719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h111"/>
          <p:cNvSpPr/>
          <p:nvPr userDrawn="1"/>
        </p:nvSpPr>
        <p:spPr>
          <a:xfrm>
            <a:off x="711200" y="3771900"/>
            <a:ext cx="50800" cy="1485900"/>
          </a:xfrm>
          <a:prstGeom prst="rect">
            <a:avLst/>
          </a:prstGeom>
          <a:solidFill>
            <a:srgbClr val="00A3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body112"/>
          <p:cNvSpPr>
            <a:spLocks noGrp="1"/>
          </p:cNvSpPr>
          <p:nvPr>
            <p:ph type="body" idx="41"/>
          </p:nvPr>
        </p:nvSpPr>
        <p:spPr>
          <a:xfrm>
            <a:off x="916940" y="39243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3"/>
          </p:nvPr>
        </p:nvSpPr>
        <p:spPr>
          <a:xfrm>
            <a:off x="6445504" y="39243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711200" y="53594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h115"/>
          <p:cNvSpPr/>
          <p:nvPr userDrawn="1"/>
        </p:nvSpPr>
        <p:spPr>
          <a:xfrm>
            <a:off x="711200" y="5359400"/>
            <a:ext cx="50800" cy="1485900"/>
          </a:xfrm>
          <a:prstGeom prst="rect">
            <a:avLst/>
          </a:prstGeom>
          <a:solidFill>
            <a:srgbClr val="2E5B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body116"/>
          <p:cNvSpPr>
            <a:spLocks noGrp="1"/>
          </p:cNvSpPr>
          <p:nvPr>
            <p:ph type="body" idx="14"/>
          </p:nvPr>
        </p:nvSpPr>
        <p:spPr>
          <a:xfrm>
            <a:off x="916940" y="55118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17" name="body117"/>
          <p:cNvSpPr>
            <a:spLocks noGrp="1"/>
          </p:cNvSpPr>
          <p:nvPr>
            <p:ph type="body" idx="15"/>
          </p:nvPr>
        </p:nvSpPr>
        <p:spPr>
          <a:xfrm>
            <a:off x="6445504" y="55118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  <p:sp>
        <p:nvSpPr>
          <p:cNvPr id="118" name="sh118"/>
          <p:cNvSpPr/>
          <p:nvPr userDrawn="1"/>
        </p:nvSpPr>
        <p:spPr>
          <a:xfrm>
            <a:off x="711200" y="69469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h119"/>
          <p:cNvSpPr/>
          <p:nvPr userDrawn="1"/>
        </p:nvSpPr>
        <p:spPr>
          <a:xfrm>
            <a:off x="711200" y="6946900"/>
            <a:ext cx="50800" cy="1485900"/>
          </a:xfrm>
          <a:prstGeom prst="rect">
            <a:avLst/>
          </a:prstGeom>
          <a:solidFill>
            <a:srgbClr val="7C4D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body120"/>
          <p:cNvSpPr>
            <a:spLocks noGrp="1"/>
          </p:cNvSpPr>
          <p:nvPr>
            <p:ph type="body" idx="16"/>
          </p:nvPr>
        </p:nvSpPr>
        <p:spPr>
          <a:xfrm>
            <a:off x="916940" y="70993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21" name="body121"/>
          <p:cNvSpPr>
            <a:spLocks noGrp="1"/>
          </p:cNvSpPr>
          <p:nvPr>
            <p:ph type="body" idx="17"/>
          </p:nvPr>
        </p:nvSpPr>
        <p:spPr>
          <a:xfrm>
            <a:off x="6445504" y="70993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tion Item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追蹤事項 · ACTIONS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Action items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16865600" cy="48260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tx107"/>
          <p:cNvSpPr txBox="1"/>
          <p:nvPr userDrawn="1"/>
        </p:nvSpPr>
        <p:spPr>
          <a:xfrm>
            <a:off x="838200" y="2286000"/>
            <a:ext cx="92659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項次</a:t>
            </a:r>
          </a:p>
        </p:txBody>
      </p:sp>
      <p:sp>
        <p:nvSpPr>
          <p:cNvPr id="108" name="tx108"/>
          <p:cNvSpPr txBox="1"/>
          <p:nvPr userDrawn="1"/>
        </p:nvSpPr>
        <p:spPr>
          <a:xfrm>
            <a:off x="2018792" y="2286000"/>
            <a:ext cx="7166864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事項</a:t>
            </a:r>
          </a:p>
        </p:txBody>
      </p:sp>
      <p:sp>
        <p:nvSpPr>
          <p:cNvPr id="109" name="tx109"/>
          <p:cNvSpPr txBox="1"/>
          <p:nvPr userDrawn="1"/>
        </p:nvSpPr>
        <p:spPr>
          <a:xfrm>
            <a:off x="9439656" y="2286000"/>
            <a:ext cx="227584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負責人</a:t>
            </a:r>
          </a:p>
        </p:txBody>
      </p:sp>
      <p:sp>
        <p:nvSpPr>
          <p:cNvPr id="110" name="tx110"/>
          <p:cNvSpPr txBox="1"/>
          <p:nvPr userDrawn="1"/>
        </p:nvSpPr>
        <p:spPr>
          <a:xfrm>
            <a:off x="11969496" y="2286000"/>
            <a:ext cx="261315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完成期限</a:t>
            </a:r>
          </a:p>
        </p:txBody>
      </p:sp>
      <p:sp>
        <p:nvSpPr>
          <p:cNvPr id="111" name="tx111"/>
          <p:cNvSpPr txBox="1"/>
          <p:nvPr userDrawn="1"/>
        </p:nvSpPr>
        <p:spPr>
          <a:xfrm>
            <a:off x="14836648" y="2286000"/>
            <a:ext cx="261315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狀態</a:t>
            </a:r>
          </a:p>
        </p:txBody>
      </p:sp>
      <p:sp>
        <p:nvSpPr>
          <p:cNvPr id="112" name="sh112"/>
          <p:cNvSpPr/>
          <p:nvPr userDrawn="1"/>
        </p:nvSpPr>
        <p:spPr>
          <a:xfrm>
            <a:off x="711200" y="2667000"/>
            <a:ext cx="16865600" cy="558800"/>
          </a:xfrm>
          <a:prstGeom prst="rect">
            <a:avLst/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sh113"/>
          <p:cNvSpPr/>
          <p:nvPr userDrawn="1"/>
        </p:nvSpPr>
        <p:spPr>
          <a:xfrm>
            <a:off x="711200" y="3225800"/>
            <a:ext cx="16865600" cy="9525"/>
          </a:xfrm>
          <a:prstGeom prst="rect">
            <a:avLst/>
          </a:prstGeom>
          <a:solidFill>
            <a:srgbClr val="C3D6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sh114"/>
          <p:cNvSpPr/>
          <p:nvPr userDrawn="1"/>
        </p:nvSpPr>
        <p:spPr>
          <a:xfrm>
            <a:off x="711200" y="3784600"/>
            <a:ext cx="16865600" cy="9525"/>
          </a:xfrm>
          <a:prstGeom prst="rect">
            <a:avLst/>
          </a:prstGeom>
          <a:solidFill>
            <a:srgbClr val="C3D6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h115"/>
          <p:cNvSpPr/>
          <p:nvPr userDrawn="1"/>
        </p:nvSpPr>
        <p:spPr>
          <a:xfrm>
            <a:off x="711200" y="3784600"/>
            <a:ext cx="16865600" cy="558800"/>
          </a:xfrm>
          <a:prstGeom prst="rect">
            <a:avLst/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sh116"/>
          <p:cNvSpPr/>
          <p:nvPr userDrawn="1"/>
        </p:nvSpPr>
        <p:spPr>
          <a:xfrm>
            <a:off x="711200" y="4343400"/>
            <a:ext cx="16865600" cy="9525"/>
          </a:xfrm>
          <a:prstGeom prst="rect">
            <a:avLst/>
          </a:prstGeom>
          <a:solidFill>
            <a:srgbClr val="C3D6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7" name="sh117"/>
          <p:cNvSpPr/>
          <p:nvPr userDrawn="1"/>
        </p:nvSpPr>
        <p:spPr>
          <a:xfrm>
            <a:off x="711200" y="4902200"/>
            <a:ext cx="16865600" cy="9525"/>
          </a:xfrm>
          <a:prstGeom prst="rect">
            <a:avLst/>
          </a:prstGeom>
          <a:solidFill>
            <a:srgbClr val="C3D6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8" name="sh118"/>
          <p:cNvSpPr/>
          <p:nvPr userDrawn="1"/>
        </p:nvSpPr>
        <p:spPr>
          <a:xfrm>
            <a:off x="711200" y="4902200"/>
            <a:ext cx="16865600" cy="558800"/>
          </a:xfrm>
          <a:prstGeom prst="rect">
            <a:avLst/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h119"/>
          <p:cNvSpPr/>
          <p:nvPr userDrawn="1"/>
        </p:nvSpPr>
        <p:spPr>
          <a:xfrm>
            <a:off x="711200" y="5461000"/>
            <a:ext cx="16865600" cy="9525"/>
          </a:xfrm>
          <a:prstGeom prst="rect">
            <a:avLst/>
          </a:prstGeom>
          <a:solidFill>
            <a:srgbClr val="C3D6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sh120"/>
          <p:cNvSpPr/>
          <p:nvPr userDrawn="1"/>
        </p:nvSpPr>
        <p:spPr>
          <a:xfrm>
            <a:off x="711200" y="6019800"/>
            <a:ext cx="16865600" cy="9525"/>
          </a:xfrm>
          <a:prstGeom prst="rect">
            <a:avLst/>
          </a:prstGeom>
          <a:solidFill>
            <a:srgbClr val="C3D6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1" name="tbl121"/>
          <p:cNvSpPr>
            <a:spLocks noGrp="1"/>
          </p:cNvSpPr>
          <p:nvPr>
            <p:ph type="tbl" idx="10"/>
          </p:nvPr>
        </p:nvSpPr>
        <p:spPr>
          <a:xfrm>
            <a:off x="711200" y="2667000"/>
            <a:ext cx="16865600" cy="3352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3175000"/>
            <a:ext cx="1143000" cy="1397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“</a:t>
            </a:r>
          </a:p>
        </p:txBody>
      </p:sp>
      <p:sp>
        <p:nvSpPr>
          <p:cNvPr id="102" name="body102"/>
          <p:cNvSpPr>
            <a:spLocks noGrp="1"/>
          </p:cNvSpPr>
          <p:nvPr>
            <p:ph type="body" idx="10"/>
          </p:nvPr>
        </p:nvSpPr>
        <p:spPr>
          <a:xfrm>
            <a:off x="1600200" y="3683000"/>
            <a:ext cx="15087600" cy="25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800" b="0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The quotation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1600200" y="6604000"/>
            <a:ext cx="1143000" cy="3810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body104"/>
          <p:cNvSpPr>
            <a:spLocks noGrp="1"/>
          </p:cNvSpPr>
          <p:nvPr>
            <p:ph type="body" idx="11"/>
          </p:nvPr>
        </p:nvSpPr>
        <p:spPr>
          <a:xfrm>
            <a:off x="1600200" y="6921500"/>
            <a:ext cx="15087600" cy="508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Attribution · role</a:t>
            </a:r>
          </a:p>
        </p:txBody>
      </p:sp>
      <p:sp>
        <p:nvSpPr>
          <p:cNvPr id="105" name="tx105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6" name="sldNum106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101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x102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3" name="sldNum103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rgbClr val="0B31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101"/>
          <p:cNvSpPr>
            <a:spLocks noGrp="1"/>
          </p:cNvSpPr>
          <p:nvPr>
            <p:ph type="title"/>
          </p:nvPr>
        </p:nvSpPr>
        <p:spPr>
          <a:xfrm>
            <a:off x="711200" y="3810000"/>
            <a:ext cx="13492480" cy="101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4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The ask</a:t>
            </a:r>
          </a:p>
        </p:txBody>
      </p:sp>
      <p:sp>
        <p:nvSpPr>
          <p:cNvPr id="102" name="body102"/>
          <p:cNvSpPr>
            <a:spLocks noGrp="1"/>
          </p:cNvSpPr>
          <p:nvPr>
            <p:ph type="body" idx="1"/>
          </p:nvPr>
        </p:nvSpPr>
        <p:spPr>
          <a:xfrm>
            <a:off x="711200" y="5080000"/>
            <a:ext cx="11805920" cy="25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1. Decision required
2. Owner and date</a:t>
            </a:r>
          </a:p>
        </p:txBody>
      </p:sp>
      <p:sp>
        <p:nvSpPr>
          <p:cNvPr id="103" name="tx103"/>
          <p:cNvSpPr txBox="1"/>
          <p:nvPr userDrawn="1"/>
        </p:nvSpPr>
        <p:spPr>
          <a:xfrm>
            <a:off x="711200" y="98044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{{ORG}} · {{UNIT}}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itle201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202" name="body202"/>
          <p:cNvSpPr>
            <a:spLocks noGrp="1"/>
          </p:cNvSpPr>
          <p:nvPr>
            <p:ph type="body" idx="1"/>
          </p:nvPr>
        </p:nvSpPr>
        <p:spPr>
          <a:xfrm>
            <a:off x="711200" y="2184400"/>
            <a:ext cx="16865600" cy="660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Master text</a:t>
            </a:r>
          </a:p>
        </p:txBody>
      </p:sp>
      <p:sp>
        <p:nvSpPr>
          <p:cNvPr id="203" name="dt203"/>
          <p:cNvSpPr>
            <a:spLocks noGrp="1"/>
          </p:cNvSpPr>
          <p:nvPr>
            <p:ph type="dt" idx="2"/>
          </p:nvPr>
        </p:nvSpPr>
        <p:spPr>
          <a:xfrm>
            <a:off x="711200" y="9804400"/>
            <a:ext cx="2540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endParaRPr/>
          </a:p>
        </p:txBody>
      </p:sp>
      <p:sp>
        <p:nvSpPr>
          <p:cNvPr id="204" name="ftr204"/>
          <p:cNvSpPr>
            <a:spLocks noGrp="1"/>
          </p:cNvSpPr>
          <p:nvPr>
            <p:ph type="ftr" idx="3"/>
          </p:nvPr>
        </p:nvSpPr>
        <p:spPr>
          <a:xfrm>
            <a:off x="3505200" y="9804400"/>
            <a:ext cx="105156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endParaRPr/>
          </a:p>
        </p:txBody>
      </p:sp>
      <p:sp>
        <p:nvSpPr>
          <p:cNvPr id="205" name="sldNum205"/>
          <p:cNvSpPr>
            <a:spLocks noGrp="1"/>
          </p:cNvSpPr>
          <p:nvPr>
            <p:ph type="sldNum" idx="4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58347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</p:sldLayoutIdLst>
  <p:hf sldNum="0" hdr="0" ftr="0" dt="0"/>
  <p:txStyles>
    <p:titleStyle>
      <a:lvl1pPr marL="0" indent="0" algn="l">
        <a:buNone/>
        <a:defRPr sz="3000">
          <a:solidFill>
            <a:srgbClr val="1A2230"/>
          </a:solidFill>
          <a:latin typeface="Arial"/>
          <a:ea typeface="微軟正黑體"/>
          <a:cs typeface="Arial"/>
        </a:defRPr>
      </a:lvl1pPr>
    </p:titleStyle>
    <p:bodyStyle>
      <a:lvl1pPr marL="205740" indent="-205740" algn="l">
        <a:buChar char="•"/>
        <a:defRPr sz="1800">
          <a:solidFill>
            <a:srgbClr val="1A2230"/>
          </a:solidFill>
          <a:latin typeface="Arial"/>
          <a:ea typeface="微軟正黑體"/>
          <a:cs typeface="Arial"/>
        </a:defRPr>
      </a:lvl1pPr>
      <a:lvl2pPr marL="411480" indent="-205740" algn="l">
        <a:buChar char="•"/>
        <a:defRPr sz="1600">
          <a:solidFill>
            <a:srgbClr val="5A6676"/>
          </a:solidFill>
          <a:latin typeface="Arial"/>
          <a:ea typeface="微軟正黑體"/>
          <a:cs typeface="Arial"/>
        </a:defRPr>
      </a:lvl2pPr>
      <a:lvl3pPr marL="617220" indent="-205740" algn="l">
        <a:buChar char="•"/>
        <a:defRPr sz="1500">
          <a:solidFill>
            <a:srgbClr val="5A6676"/>
          </a:solidFill>
          <a:latin typeface="Arial"/>
          <a:ea typeface="微軟正黑體"/>
          <a:cs typeface="Arial"/>
        </a:defRPr>
      </a:lvl3pPr>
      <a:lvl4pPr marL="822960" indent="-205740" algn="l">
        <a:buChar char="•"/>
        <a:defRPr sz="1400">
          <a:solidFill>
            <a:srgbClr val="5A6676"/>
          </a:solidFill>
          <a:latin typeface="Arial"/>
          <a:ea typeface="微軟正黑體"/>
          <a:cs typeface="Arial"/>
        </a:defRPr>
      </a:lvl4pPr>
      <a:lvl5pPr marL="1028700" indent="-205740" algn="l">
        <a:buChar char="•"/>
        <a:defRPr sz="1300">
          <a:solidFill>
            <a:srgbClr val="5A6676"/>
          </a:solidFill>
          <a:latin typeface="Arial"/>
          <a:ea typeface="微軟正黑體"/>
          <a:cs typeface="Arial"/>
        </a:defRPr>
      </a:lvl5pPr>
      <a:lvl6pPr marL="1234440" indent="-205740" algn="l">
        <a:buChar char="•"/>
        <a:defRPr sz="1300">
          <a:solidFill>
            <a:srgbClr val="5A6676"/>
          </a:solidFill>
          <a:latin typeface="Arial"/>
          <a:ea typeface="微軟正黑體"/>
          <a:cs typeface="Arial"/>
        </a:defRPr>
      </a:lvl6pPr>
      <a:lvl7pPr marL="1440180" indent="-205740" algn="l">
        <a:buChar char="•"/>
        <a:defRPr sz="1300">
          <a:solidFill>
            <a:srgbClr val="5A6676"/>
          </a:solidFill>
          <a:latin typeface="Arial"/>
          <a:ea typeface="微軟正黑體"/>
          <a:cs typeface="Arial"/>
        </a:defRPr>
      </a:lvl7pPr>
      <a:lvl8pPr marL="1645920" indent="-205740" algn="l">
        <a:buChar char="•"/>
        <a:defRPr sz="1300">
          <a:solidFill>
            <a:srgbClr val="5A6676"/>
          </a:solidFill>
          <a:latin typeface="Arial"/>
          <a:ea typeface="微軟正黑體"/>
          <a:cs typeface="Arial"/>
        </a:defRPr>
      </a:lvl8pPr>
      <a:lvl9pPr marL="1851660" indent="-205740" algn="l">
        <a:buChar char="•"/>
        <a:defRPr sz="1300">
          <a:solidFill>
            <a:srgbClr val="5A6676"/>
          </a:solidFill>
          <a:latin typeface="Arial"/>
          <a:ea typeface="微軟正黑體"/>
          <a:cs typeface="Arial"/>
        </a:defRPr>
      </a:lvl9pPr>
    </p:bodyStyle>
    <p:otherStyle>
      <a:lvl1pPr marL="0" indent="0" algn="l">
        <a:buNone/>
        <a:defRPr sz="1300">
          <a:solidFill>
            <a:srgbClr val="5A6676"/>
          </a:solidFill>
          <a:latin typeface="Arial"/>
          <a:ea typeface="微軟正黑體"/>
          <a:cs typeface="Arial"/>
        </a:defRPr>
      </a:lvl1pPr>
      <a:lvl2pPr marL="0" indent="0" algn="l">
        <a:buNone/>
        <a:defRPr sz="1300">
          <a:solidFill>
            <a:srgbClr val="5A6676"/>
          </a:solidFill>
          <a:latin typeface="Arial"/>
          <a:ea typeface="微軟正黑體"/>
          <a:cs typeface="Arial"/>
        </a:defRPr>
      </a:lvl2pPr>
      <a:lvl3pPr marL="0" indent="0" algn="l">
        <a:buNone/>
        <a:defRPr sz="1300">
          <a:solidFill>
            <a:srgbClr val="5A6676"/>
          </a:solidFill>
          <a:latin typeface="Arial"/>
          <a:ea typeface="微軟正黑體"/>
          <a:cs typeface="Arial"/>
        </a:defRPr>
      </a:lvl3pPr>
      <a:lvl4pPr marL="0" indent="0" algn="l">
        <a:buNone/>
        <a:defRPr sz="1300">
          <a:solidFill>
            <a:srgbClr val="5A6676"/>
          </a:solidFill>
          <a:latin typeface="Arial"/>
          <a:ea typeface="微軟正黑體"/>
          <a:cs typeface="Arial"/>
        </a:defRPr>
      </a:lvl4pPr>
      <a:lvl5pPr marL="0" indent="0" algn="l">
        <a:buNone/>
        <a:defRPr sz="1300">
          <a:solidFill>
            <a:srgbClr val="5A6676"/>
          </a:solidFill>
          <a:latin typeface="Arial"/>
          <a:ea typeface="微軟正黑體"/>
          <a:cs typeface="Arial"/>
        </a:defRPr>
      </a:lvl5pPr>
      <a:lvl6pPr marL="0" indent="0" algn="l">
        <a:buNone/>
        <a:defRPr sz="1300">
          <a:solidFill>
            <a:srgbClr val="5A6676"/>
          </a:solidFill>
          <a:latin typeface="Arial"/>
          <a:ea typeface="微軟正黑體"/>
          <a:cs typeface="Arial"/>
        </a:defRPr>
      </a:lvl6pPr>
      <a:lvl7pPr marL="0" indent="0" algn="l">
        <a:buNone/>
        <a:defRPr sz="1300">
          <a:solidFill>
            <a:srgbClr val="5A6676"/>
          </a:solidFill>
          <a:latin typeface="Arial"/>
          <a:ea typeface="微軟正黑體"/>
          <a:cs typeface="Arial"/>
        </a:defRPr>
      </a:lvl7pPr>
      <a:lvl8pPr marL="0" indent="0" algn="l">
        <a:buNone/>
        <a:defRPr sz="1300">
          <a:solidFill>
            <a:srgbClr val="5A6676"/>
          </a:solidFill>
          <a:latin typeface="Arial"/>
          <a:ea typeface="微軟正黑體"/>
          <a:cs typeface="Arial"/>
        </a:defRPr>
      </a:lvl8pPr>
      <a:lvl9pPr marL="0" indent="0" algn="l">
        <a:buNone/>
        <a:defRPr sz="1300">
          <a:solidFill>
            <a:srgbClr val="5A6676"/>
          </a:solidFill>
          <a:latin typeface="Arial"/>
          <a:ea typeface="微軟正黑體"/>
          <a:cs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ANA Blue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400" b="0">
                <a:solidFill>
                  <a:srgbClr val="FFFFFF"/>
                </a:solidFill>
                <a:latin typeface="Arial"/>
                <a:ea typeface="微軟正黑體"/>
              </a:rPr>
              <a:t>Layout catalogue · 19 named layouts · 1440 × 810 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[10] Text Placeholder 2 · 72,230 · 399×54pt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[11] Text Placeholder 3 · 520,230 · 399×54pt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[41] Text Placeholder 4 · 968,230 · 399×54pt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sz="1100" b="0">
                <a:solidFill>
                  <a:srgbClr val="FFFFFF"/>
                </a:solidFill>
                <a:latin typeface="Arial"/>
                <a:ea typeface="微軟正黑體"/>
              </a:rPr>
              <a:t>[2] Text Placeholder 1 · 56,300 · 120×60pt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Divider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 b="0">
                <a:solidFill>
                  <a:srgbClr val="FFFFFF"/>
                </a:solidFill>
                <a:latin typeface="Arial"/>
                <a:ea typeface="微軟正黑體"/>
              </a:rPr>
              <a:t>[1] Text Placeholder 3 · 56,470 · 797×50pt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and Content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[1] Text Placeholder 2 · 56,172 · 1328×520pt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Two-Column Compare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[10] Text Placeholder 2 · 72,230 · 624×448pt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[11] Text Placeholder 3 · 744,230 · 624×448pt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 Number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[10] Text Placeholder 2 · 56,212 · 611×200pt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[41] Text Placeholder 3 · 56,422 · 611×30pt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[11] Text Placeholder 4 · 773,212 · 611×280pt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Dashboard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[10] Text Placeholder 2 · 72,194 · 287×74pt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[14] Text Placeholder 3 · 72,280 · 287×26pt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[18] Text Placeholder 4 · 72,312 · 287×44pt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[11] Text Placeholder 5 · 408,194 · 287×74pt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[15] Text Placeholder 6 · 408,280 · 287×26pt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[19] Text Placeholder 7 · 408,312 · 287×44pt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[41] Text Placeholder 8 · 744,194 · 287×74pt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[16] Text Placeholder 9 · 744,280 · 287×26pt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[20] Text Placeholder 10 · 744,312 · 287×44pt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[13] Text Placeholder 11 · 1080,194 · 287×74pt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[17] Text Placeholder 12 · 1080,280 · 287×26pt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[21] Text Placeholder 13 · 1080,312 · 287×44pt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[30] Text Placeholder 14 · 72,720 · 1296×30pt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 with Takeaway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0"/>
          </p:nvPr>
        </p:nvSpPr>
        <p:spPr/>
        <p:txBody>
          <a:bodyPr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[10] Chart Placeholder 2 · 56,172 · 1328×424pt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[11] Text Placeholder 3 · 72,618 · 1296×30pt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 + Commentary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0"/>
          </p:nvPr>
        </p:nvSpPr>
        <p:spPr/>
        <p:txBody>
          <a:bodyPr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[10] Chart Placeholder 2 · 56,172 · 823×490pt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[11] Text Placeholder 3 · 912,224 · 456×420pt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Table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0"/>
          </p:nvPr>
        </p:nvSpPr>
        <p:spPr/>
        <p:txBody>
          <a:bodyPr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[10] Table Placeholder 2 · 56,172 · 1328×480pt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 Frame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0"/>
          </p:nvPr>
        </p:nvSpPr>
        <p:spPr/>
        <p:txBody>
          <a:bodyPr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[10] SmartArt Placeholder 2 · 72,188 · 1296×428pt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[11] Text Placeholder 3 · 56,646 · 1328×34pt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with Caption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0"/>
          </p:nvPr>
        </p:nvSpPr>
        <p:spPr/>
        <p:txBody>
          <a:bodyPr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[10] Picture Placeholder 2 · 56,172 · 770×520pt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[11] Text Placeholder 3 · 859,172 · 525×480pt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Matrix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[10] Text Placeholder 2 · 162,188 · 208×208pt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[11] Text Placeholder 3 · 402,188 · 208×208pt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[41] Text Placeholder 4 · 162,428 · 208×208pt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[13] Text Placeholder 5 · 402,428 · 208×208pt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Detail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[10] Text Placeholder 2 · 72,220 · 624×190pt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[11] Text Placeholder 3 · 744,220 · 624×190pt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[41] Text Placeholder 4 · 72,488 · 624×190pt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[13] Text Placeholder 5 · 744,488 · 624×190pt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Status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[10] Text Placeholder 2 · 72,184 · 398×30pt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[11] Text Placeholder 3 · 508,184 · 823×95pt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[41] Text Placeholder 4 · 72,309 · 398×30pt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[13] Text Placeholder 5 · 508,309 · 823×95pt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[14] Text Placeholder 6 · 72,434 · 398×30pt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[15] Text Placeholder 7 · 508,434 · 823×95pt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[16] Text Placeholder 8 · 72,559 · 398×30pt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[17] Text Placeholder 9 · 508,559 · 823×95pt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0"/>
          </p:nvPr>
        </p:nvSpPr>
        <p:spPr/>
        <p:txBody>
          <a:bodyPr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[10] Table Placeholder 2 · 56,210 · 1328×264pt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[10] Text Placeholder 1 · 126,290 · 1188×200pt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5A6676"/>
                </a:solidFill>
                <a:latin typeface="Arial"/>
                <a:ea typeface="微軟正黑體"/>
              </a:rPr>
              <a:t>[11] Text Placeholder 2 · 126,545 · 1188×40pt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965200"/>
            <a:ext cx="16865600" cy="55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5A6676"/>
                </a:solidFill>
                <a:latin typeface="Arial"/>
              </a:rPr>
              <a:t>Quote  — no title placeholder; free canvas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965200"/>
            <a:ext cx="16865600" cy="55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5A6676"/>
                </a:solidFill>
                <a:latin typeface="Arial"/>
              </a:rPr>
              <a:t>Blank  — no title placeholder; free canvas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 b="0">
                <a:solidFill>
                  <a:srgbClr val="FFFFFF"/>
                </a:solidFill>
                <a:latin typeface="Arial"/>
                <a:ea typeface="微軟正黑體"/>
              </a:rPr>
              <a:t>[1] Text Placeholder 2 · 56,400 · 930×200pt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609600"/>
            <a:ext cx="168656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spc="60">
                <a:solidFill>
                  <a:srgbClr val="0B318F"/>
                </a:solidFill>
                <a:latin typeface="Arial"/>
                <a:ea typeface="微軟正黑體"/>
              </a:rPr>
              <a:t>色彩 · PALETTE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965200"/>
            <a:ext cx="16865600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230"/>
                </a:solidFill>
                <a:latin typeface="Arial"/>
                <a:ea typeface="微軟正黑體"/>
              </a:rPr>
              <a:t>Palette — 60 / 30 / 10 by 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22606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100">
                <a:solidFill>
                  <a:srgbClr val="5A6676"/>
                </a:solidFill>
                <a:latin typeface="Arial"/>
                <a:ea typeface="微軟正黑體"/>
              </a:rPr>
              <a:t>60%  ·  THE FIELD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711200" y="2590800"/>
            <a:ext cx="2662766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3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1200" y="3429000"/>
            <a:ext cx="2662766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2230"/>
                </a:solidFill>
                <a:latin typeface="Arial"/>
                <a:ea typeface="微軟正黑體"/>
              </a:rPr>
              <a:t>white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" y="36576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676"/>
                </a:solidFill>
                <a:latin typeface="Arial"/>
                <a:ea typeface="微軟正黑體"/>
              </a:rPr>
              <a:t>#FFFFFF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38608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676"/>
                </a:solidFill>
                <a:latin typeface="Arial"/>
                <a:ea typeface="微軟正黑體"/>
              </a:rPr>
              <a:t>RGB  255  255  255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40640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676"/>
                </a:solidFill>
                <a:latin typeface="Arial"/>
                <a:ea typeface="微軟正黑體"/>
              </a:rPr>
              <a:t>—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51766" y="2590800"/>
            <a:ext cx="2662766" cy="762000"/>
          </a:xfrm>
          <a:prstGeom prst="rect">
            <a:avLst/>
          </a:prstGeom>
          <a:solidFill>
            <a:srgbClr val="F0F6FC"/>
          </a:solidFill>
          <a:ln w="9525">
            <a:solidFill>
              <a:srgbClr val="C3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1766" y="3429000"/>
            <a:ext cx="2662766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2230"/>
                </a:solidFill>
                <a:latin typeface="Arial"/>
                <a:ea typeface="微軟正黑體"/>
              </a:rPr>
              <a:t>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1766" y="36576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676"/>
                </a:solidFill>
                <a:latin typeface="Arial"/>
                <a:ea typeface="微軟正黑體"/>
              </a:rPr>
              <a:t>#F0F6FC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1766" y="38608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676"/>
                </a:solidFill>
                <a:latin typeface="Arial"/>
                <a:ea typeface="微軟正黑體"/>
              </a:rPr>
              <a:t>RGB  240  246  252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1766" y="40640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676"/>
                </a:solidFill>
                <a:latin typeface="Arial"/>
                <a:ea typeface="微軟正黑體"/>
              </a:rPr>
              <a:t>1.09 :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92333" y="2590800"/>
            <a:ext cx="2662766" cy="762000"/>
          </a:xfrm>
          <a:prstGeom prst="rect">
            <a:avLst/>
          </a:prstGeom>
          <a:solidFill>
            <a:srgbClr val="E6F2FC"/>
          </a:solidFill>
          <a:ln w="9525">
            <a:solidFill>
              <a:srgbClr val="C3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2333" y="3429000"/>
            <a:ext cx="2662766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2230"/>
                </a:solidFill>
                <a:latin typeface="Arial"/>
                <a:ea typeface="微軟正黑體"/>
              </a:rPr>
              <a:t>callout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2333" y="36576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676"/>
                </a:solidFill>
                <a:latin typeface="Arial"/>
                <a:ea typeface="微軟正黑體"/>
              </a:rPr>
              <a:t>#E6F2FC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2333" y="38608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676"/>
                </a:solidFill>
                <a:latin typeface="Arial"/>
                <a:ea typeface="微軟正黑體"/>
              </a:rPr>
              <a:t>RGB  230  242  252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2333" y="40640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676"/>
                </a:solidFill>
                <a:latin typeface="Arial"/>
                <a:ea typeface="微軟正黑體"/>
              </a:rPr>
              <a:t>1.14 :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2900" y="2590800"/>
            <a:ext cx="2662766" cy="762000"/>
          </a:xfrm>
          <a:prstGeom prst="rect">
            <a:avLst/>
          </a:prstGeom>
          <a:solidFill>
            <a:srgbClr val="C3D6EE"/>
          </a:solidFill>
          <a:ln w="9525">
            <a:solidFill>
              <a:srgbClr val="C3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2900" y="3429000"/>
            <a:ext cx="2662766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2230"/>
                </a:solidFill>
                <a:latin typeface="Arial"/>
                <a:ea typeface="微軟正黑體"/>
              </a:rPr>
              <a:t>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2900" y="36576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676"/>
                </a:solidFill>
                <a:latin typeface="Arial"/>
                <a:ea typeface="微軟正黑體"/>
              </a:rPr>
              <a:t>#C3D6EE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2900" y="38608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676"/>
                </a:solidFill>
                <a:latin typeface="Arial"/>
                <a:ea typeface="微軟正黑體"/>
              </a:rPr>
              <a:t>RGB  195  214  238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2900" y="40640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676"/>
                </a:solidFill>
                <a:latin typeface="Arial"/>
                <a:ea typeface="微軟正黑體"/>
              </a:rPr>
              <a:t>1.48 :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073466" y="2590800"/>
            <a:ext cx="2662766" cy="762000"/>
          </a:xfrm>
          <a:prstGeom prst="rect">
            <a:avLst/>
          </a:prstGeom>
          <a:solidFill>
            <a:srgbClr val="AFC0D6"/>
          </a:solidFill>
          <a:ln w="9525">
            <a:solidFill>
              <a:srgbClr val="C3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73466" y="3429000"/>
            <a:ext cx="2662766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2230"/>
                </a:solidFill>
                <a:latin typeface="Arial"/>
                <a:ea typeface="微軟正黑體"/>
              </a:rPr>
              <a:t>muted fill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3466" y="36576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676"/>
                </a:solidFill>
                <a:latin typeface="Arial"/>
                <a:ea typeface="微軟正黑體"/>
              </a:rPr>
              <a:t>#AFC0D6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3466" y="38608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676"/>
                </a:solidFill>
                <a:latin typeface="Arial"/>
                <a:ea typeface="微軟正黑體"/>
              </a:rPr>
              <a:t>RGB  175  192  214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3466" y="40640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676"/>
                </a:solidFill>
                <a:latin typeface="Arial"/>
                <a:ea typeface="微軟正黑體"/>
              </a:rPr>
              <a:t>1.85 : 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914033" y="2590800"/>
            <a:ext cx="2662766" cy="762000"/>
          </a:xfrm>
          <a:prstGeom prst="rect">
            <a:avLst/>
          </a:prstGeom>
          <a:solidFill>
            <a:srgbClr val="AEC6E8"/>
          </a:solidFill>
          <a:ln w="9525">
            <a:solidFill>
              <a:srgbClr val="C3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914033" y="3429000"/>
            <a:ext cx="2662766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2230"/>
                </a:solidFill>
                <a:latin typeface="Arial"/>
                <a:ea typeface="微軟正黑體"/>
              </a:rPr>
              <a:t>muted fill alt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14033" y="36576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676"/>
                </a:solidFill>
                <a:latin typeface="Arial"/>
                <a:ea typeface="微軟正黑體"/>
              </a:rPr>
              <a:t>#AEC6E8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14033" y="38608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676"/>
                </a:solidFill>
                <a:latin typeface="Arial"/>
                <a:ea typeface="微軟正黑體"/>
              </a:rPr>
              <a:t>RGB  174  198  232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914033" y="40640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676"/>
                </a:solidFill>
                <a:latin typeface="Arial"/>
                <a:ea typeface="微軟正黑體"/>
              </a:rPr>
              <a:t>1.74 :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44958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100">
                <a:solidFill>
                  <a:srgbClr val="5A6676"/>
                </a:solidFill>
                <a:latin typeface="Arial"/>
                <a:ea typeface="微軟正黑體"/>
              </a:rPr>
              <a:t>30%  ·  THE SUPPORTING LAYER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1200" y="4826000"/>
            <a:ext cx="5503333" cy="762000"/>
          </a:xfrm>
          <a:prstGeom prst="rect">
            <a:avLst/>
          </a:prstGeom>
          <a:solidFill>
            <a:srgbClr val="1A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1200" y="5664200"/>
            <a:ext cx="5503333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2230"/>
                </a:solidFill>
                <a:latin typeface="Arial"/>
                <a:ea typeface="微軟正黑體"/>
              </a:rPr>
              <a:t>headline ink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1200" y="58928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676"/>
                </a:solidFill>
                <a:latin typeface="Arial"/>
                <a:ea typeface="微軟正黑體"/>
              </a:rPr>
              <a:t>#1A2230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1200" y="60960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676"/>
                </a:solidFill>
                <a:latin typeface="Arial"/>
                <a:ea typeface="微軟正黑體"/>
              </a:rPr>
              <a:t>RGB  26  34  48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1200" y="62992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676"/>
                </a:solidFill>
                <a:latin typeface="Arial"/>
                <a:ea typeface="微軟正黑體"/>
              </a:rPr>
              <a:t>15.96 : 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92333" y="4826000"/>
            <a:ext cx="5503333" cy="762000"/>
          </a:xfrm>
          <a:prstGeom prst="rect">
            <a:avLst/>
          </a:prstGeom>
          <a:solidFill>
            <a:srgbClr val="5A6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92333" y="5664200"/>
            <a:ext cx="5503333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2230"/>
                </a:solidFill>
                <a:latin typeface="Arial"/>
                <a:ea typeface="微軟正黑體"/>
              </a:rPr>
              <a:t>muted ink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92333" y="58928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676"/>
                </a:solidFill>
                <a:latin typeface="Arial"/>
                <a:ea typeface="微軟正黑體"/>
              </a:rPr>
              <a:t>#5A6676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92333" y="60960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676"/>
                </a:solidFill>
                <a:latin typeface="Arial"/>
                <a:ea typeface="微軟正黑體"/>
              </a:rPr>
              <a:t>RGB  90  102  118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92333" y="62992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676"/>
                </a:solidFill>
                <a:latin typeface="Arial"/>
                <a:ea typeface="微軟正黑體"/>
              </a:rPr>
              <a:t>5.84 : 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073466" y="4826000"/>
            <a:ext cx="5503333" cy="762000"/>
          </a:xfrm>
          <a:prstGeom prst="rect">
            <a:avLst/>
          </a:prstGeom>
          <a:solidFill>
            <a:srgbClr val="647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073466" y="5664200"/>
            <a:ext cx="5503333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2230"/>
                </a:solidFill>
                <a:latin typeface="Arial"/>
                <a:ea typeface="微軟正黑體"/>
              </a:rPr>
              <a:t>muted ink alt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073466" y="58928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676"/>
                </a:solidFill>
                <a:latin typeface="Arial"/>
                <a:ea typeface="微軟正黑體"/>
              </a:rPr>
              <a:t>#647084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073466" y="60960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676"/>
                </a:solidFill>
                <a:latin typeface="Arial"/>
                <a:ea typeface="微軟正黑體"/>
              </a:rPr>
              <a:t>RGB  100  112  132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073466" y="62992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676"/>
                </a:solidFill>
                <a:latin typeface="Arial"/>
                <a:ea typeface="微軟正黑體"/>
              </a:rPr>
              <a:t>5.01 : 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1200" y="67310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100">
                <a:solidFill>
                  <a:srgbClr val="5A6676"/>
                </a:solidFill>
                <a:latin typeface="Arial"/>
                <a:ea typeface="微軟正黑體"/>
              </a:rPr>
              <a:t>10%  ·  THE ACCENT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1200" y="7061200"/>
            <a:ext cx="5503333" cy="762000"/>
          </a:xfrm>
          <a:prstGeom prst="rect">
            <a:avLst/>
          </a:prstGeom>
          <a:solidFill>
            <a:srgbClr val="0B3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1200" y="7899400"/>
            <a:ext cx="5503333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2230"/>
                </a:solidFill>
                <a:latin typeface="Arial"/>
                <a:ea typeface="微軟正黑體"/>
              </a:rPr>
              <a:t>deep blue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1200" y="81280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676"/>
                </a:solidFill>
                <a:latin typeface="Arial"/>
                <a:ea typeface="微軟正黑體"/>
              </a:rPr>
              <a:t>#0B318F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1200" y="83312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676"/>
                </a:solidFill>
                <a:latin typeface="Arial"/>
                <a:ea typeface="微軟正黑體"/>
              </a:rPr>
              <a:t>RGB  11  49  143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1200" y="85344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676"/>
                </a:solidFill>
                <a:latin typeface="Arial"/>
                <a:ea typeface="微軟正黑體"/>
              </a:rPr>
              <a:t>11.35 : 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92333" y="7061200"/>
            <a:ext cx="5503333" cy="762000"/>
          </a:xfrm>
          <a:prstGeom prst="rect">
            <a:avLst/>
          </a:prstGeom>
          <a:solidFill>
            <a:srgbClr val="00A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92333" y="7899400"/>
            <a:ext cx="5503333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2230"/>
                </a:solidFill>
                <a:latin typeface="Arial"/>
                <a:ea typeface="微軟正黑體"/>
              </a:rPr>
              <a:t>sky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92333" y="81280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676"/>
                </a:solidFill>
                <a:latin typeface="Arial"/>
                <a:ea typeface="微軟正黑體"/>
              </a:rPr>
              <a:t>#00A3E6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92333" y="83312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676"/>
                </a:solidFill>
                <a:latin typeface="Arial"/>
                <a:ea typeface="微軟正黑體"/>
              </a:rPr>
              <a:t>RGB  0  163  230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92333" y="85344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676"/>
                </a:solidFill>
                <a:latin typeface="Arial"/>
                <a:ea typeface="微軟正黑體"/>
              </a:rPr>
              <a:t>2.84 : 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2073466" y="7061200"/>
            <a:ext cx="5503333" cy="762000"/>
          </a:xfrm>
          <a:prstGeom prst="rect">
            <a:avLst/>
          </a:prstGeom>
          <a:solidFill>
            <a:srgbClr val="0071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073466" y="7899400"/>
            <a:ext cx="5503333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2230"/>
                </a:solidFill>
                <a:latin typeface="Arial"/>
                <a:ea typeface="微軟正黑體"/>
              </a:rPr>
              <a:t>text-safe sky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073466" y="81280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676"/>
                </a:solidFill>
                <a:latin typeface="Arial"/>
                <a:ea typeface="微軟正黑體"/>
              </a:rPr>
              <a:t>#00719E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073466" y="83312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676"/>
                </a:solidFill>
                <a:latin typeface="Arial"/>
                <a:ea typeface="微軟正黑體"/>
              </a:rPr>
              <a:t>RGB  0  113  158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073466" y="85344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676"/>
                </a:solidFill>
                <a:latin typeface="Arial"/>
                <a:ea typeface="微軟正黑體"/>
              </a:rPr>
              <a:t>5.45 : 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609600"/>
            <a:ext cx="168656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spc="60">
                <a:solidFill>
                  <a:srgbClr val="0B318F"/>
                </a:solidFill>
                <a:latin typeface="Arial"/>
                <a:ea typeface="微軟正黑體"/>
              </a:rPr>
              <a:t>字體 ·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965200"/>
            <a:ext cx="16865600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230"/>
                </a:solidFill>
                <a:latin typeface="Arial"/>
                <a:ea typeface="微軟正黑體"/>
              </a:rPr>
              <a:t>Chart series, and type that survives 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22606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100">
                <a:solidFill>
                  <a:srgbClr val="5A6676"/>
                </a:solidFill>
                <a:latin typeface="Arial"/>
                <a:ea typeface="微軟正黑體"/>
              </a:rPr>
              <a:t>CHART SERIES,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11200" y="2590800"/>
            <a:ext cx="5520266" cy="558800"/>
          </a:xfrm>
          <a:prstGeom prst="rect">
            <a:avLst/>
          </a:prstGeom>
          <a:solidFill>
            <a:srgbClr val="2E5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1200" y="3225800"/>
            <a:ext cx="55202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230"/>
                </a:solidFill>
                <a:latin typeface="Arial"/>
                <a:ea typeface="微軟正黑體"/>
              </a:rPr>
              <a:t>cat blue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" y="3429000"/>
            <a:ext cx="55202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676"/>
                </a:solidFill>
                <a:latin typeface="Arial"/>
                <a:ea typeface="微軟正黑體"/>
              </a:rPr>
              <a:t>#2E5BF0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3632200"/>
            <a:ext cx="55202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676"/>
                </a:solidFill>
                <a:latin typeface="Arial"/>
                <a:ea typeface="微軟正黑體"/>
              </a:rPr>
              <a:t>RGB  46  91  240</a:t>
            </a:r>
          </a:p>
        </p:txBody>
      </p:sp>
      <p:sp>
        <p:nvSpPr>
          <p:cNvPr id="9" name="Rectangle 8"/>
          <p:cNvSpPr/>
          <p:nvPr/>
        </p:nvSpPr>
        <p:spPr>
          <a:xfrm>
            <a:off x="6383866" y="2590800"/>
            <a:ext cx="5520266" cy="558800"/>
          </a:xfrm>
          <a:prstGeom prst="rect">
            <a:avLst/>
          </a:prstGeom>
          <a:solidFill>
            <a:srgbClr val="7C4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3866" y="3225800"/>
            <a:ext cx="55202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230"/>
                </a:solidFill>
                <a:latin typeface="Arial"/>
                <a:ea typeface="微軟正黑體"/>
              </a:rPr>
              <a:t>cat purple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3866" y="3429000"/>
            <a:ext cx="55202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676"/>
                </a:solidFill>
                <a:latin typeface="Arial"/>
                <a:ea typeface="微軟正黑體"/>
              </a:rPr>
              <a:t>#7C4DB8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3866" y="3632200"/>
            <a:ext cx="55202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676"/>
                </a:solidFill>
                <a:latin typeface="Arial"/>
                <a:ea typeface="微軟正黑體"/>
              </a:rPr>
              <a:t>RGB  124  77  184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56533" y="2590800"/>
            <a:ext cx="5520266" cy="558800"/>
          </a:xfrm>
          <a:prstGeom prst="rect">
            <a:avLst/>
          </a:prstGeom>
          <a:solidFill>
            <a:srgbClr val="2F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56533" y="3225800"/>
            <a:ext cx="55202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230"/>
                </a:solidFill>
                <a:latin typeface="Arial"/>
                <a:ea typeface="微軟正黑體"/>
              </a:rPr>
              <a:t>cat green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56533" y="3429000"/>
            <a:ext cx="55202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676"/>
                </a:solidFill>
                <a:latin typeface="Arial"/>
                <a:ea typeface="微軟正黑體"/>
              </a:rPr>
              <a:t>#2FA84F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56533" y="3632200"/>
            <a:ext cx="55202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676"/>
                </a:solidFill>
                <a:latin typeface="Arial"/>
                <a:ea typeface="微軟正黑體"/>
              </a:rPr>
              <a:t>RGB  47  168  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200" y="44450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100">
                <a:solidFill>
                  <a:srgbClr val="5A6676"/>
                </a:solidFill>
                <a:latin typeface="Arial"/>
                <a:ea typeface="微軟正黑體"/>
              </a:rPr>
              <a:t>TYPE — WINDOWS · MACOS · WEB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1200" y="4775200"/>
            <a:ext cx="16865600" cy="19050"/>
          </a:xfrm>
          <a:prstGeom prst="rect">
            <a:avLst/>
          </a:prstGeom>
          <a:solidFill>
            <a:srgbClr val="0B3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1200" y="48768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318F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35200" y="48768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318F"/>
                </a:solidFill>
                <a:latin typeface="Arial"/>
                <a:ea typeface="微軟正黑體"/>
              </a:rPr>
              <a:t>Windows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13200" y="48768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318F"/>
                </a:solidFill>
                <a:latin typeface="Arial"/>
                <a:ea typeface="微軟正黑體"/>
              </a:rPr>
              <a:t>macOS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91200" y="48768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318F"/>
                </a:solidFill>
                <a:latin typeface="Arial"/>
                <a:ea typeface="微軟正黑體"/>
              </a:rPr>
              <a:t>Web font 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23200" y="48768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318F"/>
                </a:solidFill>
                <a:latin typeface="Arial"/>
                <a:ea typeface="微軟正黑體"/>
              </a:rPr>
              <a:t>CSS stack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1200" y="5105400"/>
            <a:ext cx="16865600" cy="9525"/>
          </a:xfrm>
          <a:prstGeom prst="rect">
            <a:avLst/>
          </a:prstGeom>
          <a:solidFill>
            <a:srgbClr val="C3D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1200" y="5181600"/>
            <a:ext cx="1397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2230"/>
                </a:solidFill>
                <a:latin typeface="Arial"/>
                <a:ea typeface="微軟正黑體"/>
              </a:rPr>
              <a:t>Latin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5200" y="51816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676"/>
                </a:solidFill>
                <a:latin typeface="Arial"/>
                <a:ea typeface="微軟正黑體"/>
              </a:rPr>
              <a:t>Arial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13200" y="51816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676"/>
                </a:solidFill>
                <a:latin typeface="Arial"/>
                <a:ea typeface="微軟正黑體"/>
              </a:rPr>
              <a:t>Arial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91200" y="51816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676"/>
                </a:solidFill>
                <a:latin typeface="Arial"/>
                <a:ea typeface="微軟正黑體"/>
              </a:rPr>
              <a:t>Arial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23200" y="5181600"/>
            <a:ext cx="9753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676"/>
                </a:solidFill>
                <a:latin typeface="Arial"/>
                <a:ea typeface="微軟正黑體"/>
              </a:rPr>
              <a:t>Arial, Helvetica, "Liberation Sans", sans-serif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1200" y="5537200"/>
            <a:ext cx="16865600" cy="9525"/>
          </a:xfrm>
          <a:prstGeom prst="rect">
            <a:avLst/>
          </a:prstGeom>
          <a:solidFill>
            <a:srgbClr val="C3D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1200" y="5613400"/>
            <a:ext cx="1397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2230"/>
                </a:solidFill>
                <a:latin typeface="Arial"/>
                <a:ea typeface="微軟正黑體"/>
              </a:rPr>
              <a:t>中文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35200" y="56134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676"/>
                </a:solidFill>
                <a:latin typeface="Arial"/>
                <a:ea typeface="微軟正黑體"/>
              </a:rPr>
              <a:t>微軟正黑體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13200" y="56134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676"/>
                </a:solidFill>
                <a:latin typeface="Arial"/>
                <a:ea typeface="微軟正黑體"/>
              </a:rPr>
              <a:t>PingFang TC *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91200" y="56134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676"/>
                </a:solidFill>
                <a:latin typeface="Arial"/>
                <a:ea typeface="微軟正黑體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23200" y="5613400"/>
            <a:ext cx="9753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676"/>
                </a:solidFill>
                <a:latin typeface="Arial"/>
                <a:ea typeface="微軟正黑體"/>
              </a:rPr>
              <a:t>"PingFang TC", "Microsoft JhengHei", "Noto Sans TC", sans-serif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1200" y="5969000"/>
            <a:ext cx="16865600" cy="9525"/>
          </a:xfrm>
          <a:prstGeom prst="rect">
            <a:avLst/>
          </a:prstGeom>
          <a:solidFill>
            <a:srgbClr val="C3D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1200" y="6045200"/>
            <a:ext cx="1397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2230"/>
                </a:solidFill>
                <a:latin typeface="Arial"/>
                <a:ea typeface="微軟正黑體"/>
              </a:rPr>
              <a:t>Mono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35200" y="60452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676"/>
                </a:solidFill>
                <a:latin typeface="Arial"/>
                <a:ea typeface="微軟正黑體"/>
              </a:rPr>
              <a:t>Consolas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13200" y="60452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676"/>
                </a:solidFill>
                <a:latin typeface="Arial"/>
                <a:ea typeface="微軟正黑體"/>
              </a:rPr>
              <a:t>Menlo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91200" y="60452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676"/>
                </a:solidFill>
                <a:latin typeface="Arial"/>
                <a:ea typeface="微軟正黑體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23200" y="6045200"/>
            <a:ext cx="9753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676"/>
                </a:solidFill>
                <a:latin typeface="Arial"/>
                <a:ea typeface="微軟正黑體"/>
              </a:rPr>
              <a:t>Consolas, Menlo, "SF Mono", ui-monospace, monospace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1200" y="6654800"/>
            <a:ext cx="168656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A6676"/>
                </a:solidFill>
                <a:latin typeface="Arial"/>
                <a:ea typeface="微軟正黑體"/>
              </a:rPr>
              <a:t>*  微軟正黑體 ships with Windows only. macOS substitutes — PingFang TC is the close equivalent, Heiti TC on older systems — and no browser has it, so the web stack leads with PingFang TC and falls back to Noto Sans TC. A .pptx run carries exactly one latin face and one east-asian face, with no fallback list: this deck sets latin=Arial, ea=微軟正黑體, and PowerPoint on macOS does the substitution itself.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A Blue">
  <a:themeElements>
    <a:clrScheme name="ANA Blue">
      <a:dk1>
        <a:srgbClr val="1A2230"/>
      </a:dk1>
      <a:lt1>
        <a:srgbClr val="FFFFFF"/>
      </a:lt1>
      <a:dk2>
        <a:srgbClr val="5A6676"/>
      </a:dk2>
      <a:lt2>
        <a:srgbClr val="F0F6FC"/>
      </a:lt2>
      <a:accent1>
        <a:srgbClr val="0B318F"/>
      </a:accent1>
      <a:accent2>
        <a:srgbClr val="00A3E6"/>
      </a:accent2>
      <a:accent3>
        <a:srgbClr val="2E5BF0"/>
      </a:accent3>
      <a:accent4>
        <a:srgbClr val="7C4DB8"/>
      </a:accent4>
      <a:accent5>
        <a:srgbClr val="2FA84F"/>
      </a:accent5>
      <a:accent6>
        <a:srgbClr val="AFC0D6"/>
      </a:accent6>
      <a:hlink>
        <a:srgbClr val="0B318F"/>
      </a:hlink>
      <a:folHlink>
        <a:srgbClr val="5A6676"/>
      </a:folHlink>
    </a:clrScheme>
    <a:fontScheme name="Arial · 微軟正黑體">
      <a:maj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ajorFont>
      <a:min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 · 微軟正黑體">
      <a:maj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ajorFont>
      <a:min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Slides>1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ANA Blue template</dc:title>
  <dc:creator>house-style</dc:creator>
  <cp:lastModifiedBy>house-style</cp:lastModifiedBy>
  <cp:revision>1</cp:revision>
</cp:coreProperties>
</file>