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2F55F0"/>
          </p15:clr>
        </p15:guide>
        <p15:guide id="2" pos="5760" userDrawn="1">
          <p15:clr>
            <a:srgbClr val="2F55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8CB8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1620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16204A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101832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2F55F0"/>
          </a:solidFill>
          <a:ln w="12700">
            <a:solidFill>
              <a:srgbClr val="2A37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1A83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3D6A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C5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1018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01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8CB8FF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8B4CE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1B3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8B4CE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FFFFFF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FFFFFF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A8B4CE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A8B4CE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A8B4CE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A8B4CE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A8B4CE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SKS Blue Dark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A8B4CE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A8B4CE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A8B4CE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2F55F0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8B4CE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3230880" cy="762000"/>
          </a:xfrm>
          <a:prstGeom prst="rect">
            <a:avLst/>
          </a:prstGeom>
          <a:solidFill>
            <a:srgbClr val="080D1A"/>
          </a:solidFill>
          <a:ln w="9525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midnight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#080D1A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8  13 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9879" y="2590800"/>
            <a:ext cx="3230880" cy="762000"/>
          </a:xfrm>
          <a:prstGeom prst="rect">
            <a:avLst/>
          </a:prstGeom>
          <a:solidFill>
            <a:srgbClr val="101832"/>
          </a:solidFill>
          <a:ln w="9525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987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987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#101832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987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16  24 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987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1.11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8559" y="2590800"/>
            <a:ext cx="3230880" cy="7620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855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855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#16204A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855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22  32  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855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1.24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37240" y="2590800"/>
            <a:ext cx="3230880" cy="762000"/>
          </a:xfrm>
          <a:prstGeom prst="rect">
            <a:avLst/>
          </a:prstGeom>
          <a:solidFill>
            <a:srgbClr val="2A3760"/>
          </a:solidFill>
          <a:ln w="9525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240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7240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#2A3760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7240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42  55  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7240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1.68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45919" y="2590800"/>
            <a:ext cx="3230880" cy="762000"/>
          </a:xfrm>
          <a:prstGeom prst="rect">
            <a:avLst/>
          </a:prstGeom>
          <a:solidFill>
            <a:srgbClr val="3A4A7A"/>
          </a:solidFill>
          <a:ln w="9525">
            <a:solidFill>
              <a:srgbClr val="2A3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45919" y="3429000"/>
            <a:ext cx="32308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muted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45919" y="36576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#3A4A7A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45919" y="38608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58  74  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45919" y="4064000"/>
            <a:ext cx="323088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2.25 :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8B4CE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200" y="4826000"/>
            <a:ext cx="5503333" cy="7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200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headline 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#FFFFFF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255  255  255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19.39 :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92333" y="4826000"/>
            <a:ext cx="5503333" cy="762000"/>
          </a:xfrm>
          <a:prstGeom prst="rect">
            <a:avLst/>
          </a:prstGeom>
          <a:solidFill>
            <a:srgbClr val="A8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2333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2333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#A8B4CE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2333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168  180  206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2333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9.31 :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73466" y="4826000"/>
            <a:ext cx="5503333" cy="762000"/>
          </a:xfrm>
          <a:prstGeom prst="rect">
            <a:avLst/>
          </a:prstGeom>
          <a:solidFill>
            <a:srgbClr val="8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73466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blue light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3466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#8CB8FF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3466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140  184  255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3466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9.62 :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8B4CE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1200" y="7061200"/>
            <a:ext cx="8343900" cy="762000"/>
          </a:xfrm>
          <a:prstGeom prst="rect">
            <a:avLst/>
          </a:prstGeom>
          <a:solidFill>
            <a:srgbClr val="2F5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2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blue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#2F55F0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47  85  240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2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3.40 :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2900" y="7061200"/>
            <a:ext cx="8343900" cy="762000"/>
          </a:xfrm>
          <a:prstGeom prst="rect">
            <a:avLst/>
          </a:prstGeom>
          <a:solidFill>
            <a:srgbClr val="1B3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29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blue deep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29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#1B3585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29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RGB  27  53  133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29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8B4CE"/>
                </a:solidFill>
                <a:latin typeface="Arial"/>
                <a:ea typeface="微軟正黑體"/>
              </a:rPr>
              <a:t>1.75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2F55F0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8B4CE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1974850" cy="558800"/>
          </a:xfrm>
          <a:prstGeom prst="rect">
            <a:avLst/>
          </a:prstGeom>
          <a:solidFill>
            <a:srgbClr val="3D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#3D6AFF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61  106  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8450" y="2590800"/>
            <a:ext cx="1974850" cy="558800"/>
          </a:xfrm>
          <a:prstGeom prst="rect">
            <a:avLst/>
          </a:prstGeom>
          <a:solidFill>
            <a:srgbClr val="1A8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84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cyan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#1A83A3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4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26  131  163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5700" y="2590800"/>
            <a:ext cx="1974850" cy="558800"/>
          </a:xfrm>
          <a:prstGeom prst="rect">
            <a:avLst/>
          </a:prstGeom>
          <a:solidFill>
            <a:srgbClr val="26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7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7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#268777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7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38  135  119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2950" y="2590800"/>
            <a:ext cx="1974850" cy="558800"/>
          </a:xfrm>
          <a:prstGeom prst="rect">
            <a:avLst/>
          </a:prstGeom>
          <a:solidFill>
            <a:srgbClr val="21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29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29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#218A4B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29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33  138  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20200" y="2590800"/>
            <a:ext cx="1974850" cy="558800"/>
          </a:xfrm>
          <a:prstGeom prst="rect">
            <a:avLst/>
          </a:prstGeom>
          <a:solidFill>
            <a:srgbClr val="9E7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02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#9E7015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158  112  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47450" y="2590800"/>
            <a:ext cx="1974850" cy="558800"/>
          </a:xfrm>
          <a:prstGeom prst="rect">
            <a:avLst/>
          </a:prstGeom>
          <a:solidFill>
            <a:srgbClr val="9C5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474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violet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474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#9C53E6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474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156  83  230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74700" y="2590800"/>
            <a:ext cx="1974850" cy="558800"/>
          </a:xfrm>
          <a:prstGeom prst="rect">
            <a:avLst/>
          </a:prstGeom>
          <a:solidFill>
            <a:srgbClr val="C95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47470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7470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#C95624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7470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201  86  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601950" y="2590800"/>
            <a:ext cx="1974850" cy="558800"/>
          </a:xfrm>
          <a:prstGeom prst="rect">
            <a:avLst/>
          </a:prstGeom>
          <a:solidFill>
            <a:srgbClr val="D4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01950" y="32258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cat rose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01950" y="34290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#D4446A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01950" y="3632200"/>
            <a:ext cx="19748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B4CE"/>
                </a:solidFill>
                <a:latin typeface="Arial"/>
                <a:ea typeface="微軟正黑體"/>
              </a:rPr>
              <a:t>RGB  212  68  106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A8B4CE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2F5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55F0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2A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8B4CE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B4CE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S Blue Dark">
  <a:themeElements>
    <a:clrScheme name="SKS Blue Dark">
      <a:dk1>
        <a:srgbClr val="080D1A"/>
      </a:dk1>
      <a:lt1>
        <a:srgbClr val="FFFFFF"/>
      </a:lt1>
      <a:dk2>
        <a:srgbClr val="101832"/>
      </a:dk2>
      <a:lt2>
        <a:srgbClr val="A8B4CE"/>
      </a:lt2>
      <a:accent1>
        <a:srgbClr val="2F55F0"/>
      </a:accent1>
      <a:accent2>
        <a:srgbClr val="3D6AFF"/>
      </a:accent2>
      <a:accent3>
        <a:srgbClr val="1A83A3"/>
      </a:accent3>
      <a:accent4>
        <a:srgbClr val="268777"/>
      </a:accent4>
      <a:accent5>
        <a:srgbClr val="218A4B"/>
      </a:accent5>
      <a:accent6>
        <a:srgbClr val="9C53E6"/>
      </a:accent6>
      <a:hlink>
        <a:srgbClr val="8CB8FF"/>
      </a:hlink>
      <a:folHlink>
        <a:srgbClr val="A8B4CE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Blue Dark template</dc:title>
  <dc:creator>house-style</dc:creator>
  <cp:lastModifiedBy>house-style</cp:lastModifiedBy>
  <cp:revision>1</cp:revision>
</cp:coreProperties>
</file>