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"/>
  </p:notesMasterIdLst>
  <p:sldIdLst>
    <p:sldId id="256" r:id="rId3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7B9C"/>
    <a:srgbClr val="C28E3C"/>
    <a:srgbClr val="6B8E5C"/>
    <a:srgbClr val="8B7BAC"/>
    <a:srgbClr val="1F1E1D"/>
    <a:srgbClr val="CC785C"/>
    <a:srgbClr val="F6F3F2"/>
    <a:srgbClr val="D5D0C8"/>
    <a:srgbClr val="E9E4DF"/>
    <a:srgbClr val="1F1E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01"/>
    <p:restoredTop sz="80000"/>
  </p:normalViewPr>
  <p:slideViewPr>
    <p:cSldViewPr snapToGrid="0" snapToObjects="1">
      <p:cViewPr varScale="1">
        <p:scale>
          <a:sx n="67" d="100"/>
          <a:sy n="67" d="100"/>
        </p:scale>
        <p:origin x="5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10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bg>
      <p:bgPr>
        <a:solidFill>
          <a:srgbClr val="4B6F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810000"/>
            <a:ext cx="16865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{{DECK_TITLE}}　|　{{DECK_TITLE_EN}}</a:t>
            </a:r>
          </a:p>
        </p:txBody>
      </p:sp>
      <p:sp>
        <p:nvSpPr>
          <p:cNvPr id="102" name="ctrTitle102"/>
          <p:cNvSpPr>
            <a:spLocks noGrp="1"/>
          </p:cNvSpPr>
          <p:nvPr>
            <p:ph type="ctrTitle"/>
          </p:nvPr>
        </p:nvSpPr>
        <p:spPr>
          <a:xfrm>
            <a:off x="711200" y="4318000"/>
            <a:ext cx="16865600" cy="165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4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Report title here</a:t>
            </a:r>
          </a:p>
        </p:txBody>
      </p:sp>
      <p:sp>
        <p:nvSpPr>
          <p:cNvPr id="103" name="subTitle103"/>
          <p:cNvSpPr>
            <a:spLocks noGrp="1"/>
          </p:cNvSpPr>
          <p:nvPr>
            <p:ph type="subTitle" idx="1"/>
          </p:nvPr>
        </p:nvSpPr>
        <p:spPr>
          <a:xfrm>
            <a:off x="711200" y="6172200"/>
            <a:ext cx="10456672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Subtitle · reporting period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7366000"/>
            <a:ext cx="1524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7747000"/>
            <a:ext cx="16865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0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{{CLASSIFICATION}}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AGENDA · 議程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916940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01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09" name="sh109"/>
          <p:cNvSpPr/>
          <p:nvPr userDrawn="1"/>
        </p:nvSpPr>
        <p:spPr>
          <a:xfrm>
            <a:off x="6401647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x110"/>
          <p:cNvSpPr txBox="1"/>
          <p:nvPr userDrawn="1"/>
        </p:nvSpPr>
        <p:spPr>
          <a:xfrm>
            <a:off x="6607387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02</a:t>
            </a:r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6607387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2092093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tx113"/>
          <p:cNvSpPr txBox="1"/>
          <p:nvPr userDrawn="1"/>
        </p:nvSpPr>
        <p:spPr>
          <a:xfrm>
            <a:off x="12297833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03</a:t>
            </a:r>
          </a:p>
        </p:txBody>
      </p:sp>
      <p:sp>
        <p:nvSpPr>
          <p:cNvPr id="114" name="body114"/>
          <p:cNvSpPr>
            <a:spLocks noGrp="1"/>
          </p:cNvSpPr>
          <p:nvPr>
            <p:ph type="body" idx="41"/>
          </p:nvPr>
        </p:nvSpPr>
        <p:spPr>
          <a:xfrm>
            <a:off x="12297833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 Divider">
    <p:bg>
      <p:bgPr>
        <a:solidFill>
          <a:srgbClr val="4B6F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ody101"/>
          <p:cNvSpPr>
            <a:spLocks noGrp="1"/>
          </p:cNvSpPr>
          <p:nvPr>
            <p:ph type="body" idx="2"/>
          </p:nvPr>
        </p:nvSpPr>
        <p:spPr>
          <a:xfrm>
            <a:off x="711200" y="3810000"/>
            <a:ext cx="15240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01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4699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03" name="body103"/>
          <p:cNvSpPr>
            <a:spLocks noGrp="1"/>
          </p:cNvSpPr>
          <p:nvPr>
            <p:ph type="body" idx="1"/>
          </p:nvPr>
        </p:nvSpPr>
        <p:spPr>
          <a:xfrm>
            <a:off x="711200" y="5969000"/>
            <a:ext cx="10119360" cy="63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One line on what this section covers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5740400"/>
            <a:ext cx="1270000" cy="381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itle and Content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EYEBROW · 分類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content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-Column Compare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比較 · COMPARE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 versus B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3B57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現況　Before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F5F3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目標　After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重點 · HEADLINE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number says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0"/>
          </p:nvPr>
        </p:nvSpPr>
        <p:spPr>
          <a:xfrm>
            <a:off x="711200" y="2692400"/>
            <a:ext cx="7758176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9600" b="1">
                <a:solidFill>
                  <a:srgbClr val="4B6F87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42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41"/>
          </p:nvPr>
        </p:nvSpPr>
        <p:spPr>
          <a:xfrm>
            <a:off x="711200" y="5359400"/>
            <a:ext cx="7758176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unit / label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9144000" y="2692400"/>
            <a:ext cx="19050" cy="3302000"/>
          </a:xfrm>
          <a:prstGeom prst="rect">
            <a:avLst/>
          </a:prstGeom>
          <a:solidFill>
            <a:srgbClr val="AAC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9818624" y="2692400"/>
            <a:ext cx="7758176" cy="355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2100" b="0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Why it matters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PI Dashboard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指標 · KPI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Key metrics this period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body107"/>
          <p:cNvSpPr>
            <a:spLocks noGrp="1"/>
          </p:cNvSpPr>
          <p:nvPr>
            <p:ph type="body" idx="10"/>
          </p:nvPr>
        </p:nvSpPr>
        <p:spPr>
          <a:xfrm>
            <a:off x="91694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4B6F87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4"/>
          </p:nvPr>
        </p:nvSpPr>
        <p:spPr>
          <a:xfrm>
            <a:off x="91694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8"/>
          </p:nvPr>
        </p:nvSpPr>
        <p:spPr>
          <a:xfrm>
            <a:off x="91694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7903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8477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4B6F87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2" name="body112"/>
          <p:cNvSpPr>
            <a:spLocks noGrp="1"/>
          </p:cNvSpPr>
          <p:nvPr>
            <p:ph type="body" idx="15"/>
          </p:nvPr>
        </p:nvSpPr>
        <p:spPr>
          <a:xfrm>
            <a:off x="518477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9"/>
          </p:nvPr>
        </p:nvSpPr>
        <p:spPr>
          <a:xfrm>
            <a:off x="518477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924687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41"/>
          </p:nvPr>
        </p:nvSpPr>
        <p:spPr>
          <a:xfrm>
            <a:off x="945261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4B6F87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6" name="body116"/>
          <p:cNvSpPr>
            <a:spLocks noGrp="1"/>
          </p:cNvSpPr>
          <p:nvPr>
            <p:ph type="body" idx="16"/>
          </p:nvPr>
        </p:nvSpPr>
        <p:spPr>
          <a:xfrm>
            <a:off x="945261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20"/>
          </p:nvPr>
        </p:nvSpPr>
        <p:spPr>
          <a:xfrm>
            <a:off x="945261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1351470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body119"/>
          <p:cNvSpPr>
            <a:spLocks noGrp="1"/>
          </p:cNvSpPr>
          <p:nvPr>
            <p:ph type="body" idx="13"/>
          </p:nvPr>
        </p:nvSpPr>
        <p:spPr>
          <a:xfrm>
            <a:off x="1372044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4B6F87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20" name="body120"/>
          <p:cNvSpPr>
            <a:spLocks noGrp="1"/>
          </p:cNvSpPr>
          <p:nvPr>
            <p:ph type="body" idx="17"/>
          </p:nvPr>
        </p:nvSpPr>
        <p:spPr>
          <a:xfrm>
            <a:off x="1372044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21"/>
          </p:nvPr>
        </p:nvSpPr>
        <p:spPr>
          <a:xfrm>
            <a:off x="1372044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22" name="sh122"/>
          <p:cNvSpPr/>
          <p:nvPr userDrawn="1"/>
        </p:nvSpPr>
        <p:spPr>
          <a:xfrm>
            <a:off x="711200" y="8966200"/>
            <a:ext cx="16865600" cy="711200"/>
          </a:xfrm>
          <a:prstGeom prst="roundRect">
            <a:avLst>
              <a:gd name="adj" fmla="val 8000"/>
            </a:avLst>
          </a:prstGeom>
          <a:solidFill>
            <a:srgbClr val="F5F3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body123"/>
          <p:cNvSpPr>
            <a:spLocks noGrp="1"/>
          </p:cNvSpPr>
          <p:nvPr>
            <p:ph type="body" idx="30"/>
          </p:nvPr>
        </p:nvSpPr>
        <p:spPr>
          <a:xfrm>
            <a:off x="916940" y="91440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 line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akeaway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chart shows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6865600" cy="53848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711200" y="7696200"/>
            <a:ext cx="16865600" cy="609600"/>
          </a:xfrm>
          <a:prstGeom prst="roundRect">
            <a:avLst>
              <a:gd name="adj" fmla="val 6000"/>
            </a:avLst>
          </a:prstGeom>
          <a:solidFill>
            <a:srgbClr val="F5F3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916940" y="78486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711200" y="84836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Commentary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 with commentary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0456672" cy="6223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11373612" y="2184400"/>
            <a:ext cx="6203188" cy="6223000"/>
          </a:xfrm>
          <a:prstGeom prst="roundRect">
            <a:avLst>
              <a:gd name="adj" fmla="val 5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11579352" y="2387600"/>
            <a:ext cx="5791708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解讀　Reading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11579352" y="2844800"/>
            <a:ext cx="5791708" cy="533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userDrawn="1">
  <p:cSld name="Data Table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表格 · TABLE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bl106"/>
          <p:cNvSpPr>
            <a:spLocks noGrp="1"/>
          </p:cNvSpPr>
          <p:nvPr>
            <p:ph type="tbl" idx="10"/>
          </p:nvPr>
        </p:nvSpPr>
        <p:spPr>
          <a:xfrm>
            <a:off x="711200" y="2184400"/>
            <a:ext cx="16865600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711200" y="8407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Frame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架構 · ARCHITECTURE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System view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5842000"/>
          </a:xfrm>
          <a:prstGeom prst="roundRect">
            <a:avLst>
              <a:gd name="adj" fmla="val 4000"/>
            </a:avLst>
          </a:prstGeom>
          <a:solidFill>
            <a:srgbClr val="C8DAE8"/>
          </a:solidFill>
          <a:ln w="12700">
            <a:solidFill>
              <a:srgbClr val="AACE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dgm107"/>
          <p:cNvSpPr>
            <a:spLocks noGrp="1"/>
          </p:cNvSpPr>
          <p:nvPr>
            <p:ph type="dgm" idx="10"/>
          </p:nvPr>
        </p:nvSpPr>
        <p:spPr>
          <a:xfrm>
            <a:off x="916940" y="2390140"/>
            <a:ext cx="16454120" cy="543052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Diagram / architecture area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711200" y="8204200"/>
            <a:ext cx="16865600" cy="431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Source / note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Picture with Caption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圖說 · EXHIBIT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Exhibit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pic106"/>
          <p:cNvSpPr>
            <a:spLocks noGrp="1"/>
          </p:cNvSpPr>
          <p:nvPr>
            <p:ph type="pic" idx="10"/>
          </p:nvPr>
        </p:nvSpPr>
        <p:spPr>
          <a:xfrm>
            <a:off x="711200" y="2184400"/>
            <a:ext cx="9782048" cy="6604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11"/>
          </p:nvPr>
        </p:nvSpPr>
        <p:spPr>
          <a:xfrm>
            <a:off x="10904728" y="2184400"/>
            <a:ext cx="6672072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Caption / reading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10904728" y="8356600"/>
            <a:ext cx="667207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sk Matrix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風險 · RISK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Risk matrix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52324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衝擊
Impact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1854200" y="8382000"/>
            <a:ext cx="609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可能性　Likelihood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1854200" y="2184400"/>
            <a:ext cx="3048000" cy="3048000"/>
          </a:xfrm>
          <a:prstGeom prst="rect">
            <a:avLst/>
          </a:prstGeom>
          <a:solidFill>
            <a:srgbClr val="F5F3F1"/>
          </a:solidFill>
          <a:ln w="12700">
            <a:solidFill>
              <a:srgbClr val="AACE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2059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02200" y="2184400"/>
            <a:ext cx="3048000" cy="3048000"/>
          </a:xfrm>
          <a:prstGeom prst="rect">
            <a:avLst/>
          </a:prstGeom>
          <a:solidFill>
            <a:srgbClr val="C8DAE8"/>
          </a:solidFill>
          <a:ln w="12700">
            <a:solidFill>
              <a:srgbClr val="AACE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07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854200" y="5232400"/>
            <a:ext cx="3048000" cy="3048000"/>
          </a:xfrm>
          <a:prstGeom prst="rect">
            <a:avLst/>
          </a:prstGeom>
          <a:solidFill>
            <a:srgbClr val="C8DAE8"/>
          </a:solidFill>
          <a:ln w="12700">
            <a:solidFill>
              <a:srgbClr val="AACE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body113"/>
          <p:cNvSpPr>
            <a:spLocks noGrp="1"/>
          </p:cNvSpPr>
          <p:nvPr>
            <p:ph type="body" idx="41"/>
          </p:nvPr>
        </p:nvSpPr>
        <p:spPr>
          <a:xfrm>
            <a:off x="2059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4902200" y="5232400"/>
            <a:ext cx="3048000" cy="3048000"/>
          </a:xfrm>
          <a:prstGeom prst="rect">
            <a:avLst/>
          </a:prstGeom>
          <a:solidFill>
            <a:srgbClr val="4B6F87"/>
          </a:solidFill>
          <a:ln w="12700">
            <a:solidFill>
              <a:srgbClr val="AACE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13"/>
          </p:nvPr>
        </p:nvSpPr>
        <p:spPr>
          <a:xfrm>
            <a:off x="5107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cident Detail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關注事件 · INCIDENT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Incident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319913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事件概要　Summary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50800" cy="319913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處置作為　Response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589270"/>
            <a:ext cx="50800" cy="319913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tx116"/>
          <p:cNvSpPr txBox="1"/>
          <p:nvPr userDrawn="1"/>
        </p:nvSpPr>
        <p:spPr>
          <a:xfrm>
            <a:off x="91694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影響評估　Impact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41"/>
          </p:nvPr>
        </p:nvSpPr>
        <p:spPr>
          <a:xfrm>
            <a:off x="91694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924687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9246870" y="5589270"/>
            <a:ext cx="50800" cy="319913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tx120"/>
          <p:cNvSpPr txBox="1"/>
          <p:nvPr userDrawn="1"/>
        </p:nvSpPr>
        <p:spPr>
          <a:xfrm>
            <a:off x="945261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後續追蹤　Follow-up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3"/>
          </p:nvPr>
        </p:nvSpPr>
        <p:spPr>
          <a:xfrm>
            <a:off x="945261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Status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專案進度 · PROJECTS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 status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148590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336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6445504" y="2336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711200" y="3771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711200" y="3771900"/>
            <a:ext cx="50800" cy="1485900"/>
          </a:xfrm>
          <a:prstGeom prst="rect">
            <a:avLst/>
          </a:prstGeom>
          <a:solidFill>
            <a:srgbClr val="5588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body112"/>
          <p:cNvSpPr>
            <a:spLocks noGrp="1"/>
          </p:cNvSpPr>
          <p:nvPr>
            <p:ph type="body" idx="41"/>
          </p:nvPr>
        </p:nvSpPr>
        <p:spPr>
          <a:xfrm>
            <a:off x="916940" y="3924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3"/>
          </p:nvPr>
        </p:nvSpPr>
        <p:spPr>
          <a:xfrm>
            <a:off x="6445504" y="3924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359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359400"/>
            <a:ext cx="50800" cy="1485900"/>
          </a:xfrm>
          <a:prstGeom prst="rect">
            <a:avLst/>
          </a:prstGeom>
          <a:solidFill>
            <a:srgbClr val="86B6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body116"/>
          <p:cNvSpPr>
            <a:spLocks noGrp="1"/>
          </p:cNvSpPr>
          <p:nvPr>
            <p:ph type="body" idx="14"/>
          </p:nvPr>
        </p:nvSpPr>
        <p:spPr>
          <a:xfrm>
            <a:off x="916940" y="5511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15"/>
          </p:nvPr>
        </p:nvSpPr>
        <p:spPr>
          <a:xfrm>
            <a:off x="6445504" y="5511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711200" y="6946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6946900"/>
            <a:ext cx="50800" cy="1485900"/>
          </a:xfrm>
          <a:prstGeom prst="rect">
            <a:avLst/>
          </a:prstGeom>
          <a:solidFill>
            <a:srgbClr val="9A964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body120"/>
          <p:cNvSpPr>
            <a:spLocks noGrp="1"/>
          </p:cNvSpPr>
          <p:nvPr>
            <p:ph type="body" idx="16"/>
          </p:nvPr>
        </p:nvSpPr>
        <p:spPr>
          <a:xfrm>
            <a:off x="916940" y="7099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7"/>
          </p:nvPr>
        </p:nvSpPr>
        <p:spPr>
          <a:xfrm>
            <a:off x="6445504" y="7099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on Items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追蹤事項 · ACTIONS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Action items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48260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838200" y="2286000"/>
            <a:ext cx="92659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項次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2018792" y="2286000"/>
            <a:ext cx="7166864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事項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9439656" y="2286000"/>
            <a:ext cx="227584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負責人</a:t>
            </a:r>
          </a:p>
        </p:txBody>
      </p:sp>
      <p:sp>
        <p:nvSpPr>
          <p:cNvPr id="110" name="tx110"/>
          <p:cNvSpPr txBox="1"/>
          <p:nvPr userDrawn="1"/>
        </p:nvSpPr>
        <p:spPr>
          <a:xfrm>
            <a:off x="11969496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完成期限</a:t>
            </a:r>
          </a:p>
        </p:txBody>
      </p:sp>
      <p:sp>
        <p:nvSpPr>
          <p:cNvPr id="111" name="tx111"/>
          <p:cNvSpPr txBox="1"/>
          <p:nvPr userDrawn="1"/>
        </p:nvSpPr>
        <p:spPr>
          <a:xfrm>
            <a:off x="14836648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狀態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711200" y="2667000"/>
            <a:ext cx="16865600" cy="558800"/>
          </a:xfrm>
          <a:prstGeom prst="rect">
            <a:avLst/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sh113"/>
          <p:cNvSpPr/>
          <p:nvPr userDrawn="1"/>
        </p:nvSpPr>
        <p:spPr>
          <a:xfrm>
            <a:off x="711200" y="3225800"/>
            <a:ext cx="16865600" cy="9525"/>
          </a:xfrm>
          <a:prstGeom prst="rect">
            <a:avLst/>
          </a:prstGeom>
          <a:solidFill>
            <a:srgbClr val="AAC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sh114"/>
          <p:cNvSpPr/>
          <p:nvPr userDrawn="1"/>
        </p:nvSpPr>
        <p:spPr>
          <a:xfrm>
            <a:off x="711200" y="3784600"/>
            <a:ext cx="16865600" cy="9525"/>
          </a:xfrm>
          <a:prstGeom prst="rect">
            <a:avLst/>
          </a:prstGeom>
          <a:solidFill>
            <a:srgbClr val="AAC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3784600"/>
            <a:ext cx="16865600" cy="558800"/>
          </a:xfrm>
          <a:prstGeom prst="rect">
            <a:avLst/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sh116"/>
          <p:cNvSpPr/>
          <p:nvPr userDrawn="1"/>
        </p:nvSpPr>
        <p:spPr>
          <a:xfrm>
            <a:off x="711200" y="4343400"/>
            <a:ext cx="16865600" cy="9525"/>
          </a:xfrm>
          <a:prstGeom prst="rect">
            <a:avLst/>
          </a:prstGeom>
          <a:solidFill>
            <a:srgbClr val="AAC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sh117"/>
          <p:cNvSpPr/>
          <p:nvPr userDrawn="1"/>
        </p:nvSpPr>
        <p:spPr>
          <a:xfrm>
            <a:off x="711200" y="4902200"/>
            <a:ext cx="16865600" cy="9525"/>
          </a:xfrm>
          <a:prstGeom prst="rect">
            <a:avLst/>
          </a:prstGeom>
          <a:solidFill>
            <a:srgbClr val="AAC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sh118"/>
          <p:cNvSpPr/>
          <p:nvPr userDrawn="1"/>
        </p:nvSpPr>
        <p:spPr>
          <a:xfrm>
            <a:off x="711200" y="4902200"/>
            <a:ext cx="16865600" cy="558800"/>
          </a:xfrm>
          <a:prstGeom prst="rect">
            <a:avLst/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5461000"/>
            <a:ext cx="16865600" cy="9525"/>
          </a:xfrm>
          <a:prstGeom prst="rect">
            <a:avLst/>
          </a:prstGeom>
          <a:solidFill>
            <a:srgbClr val="AAC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sh120"/>
          <p:cNvSpPr/>
          <p:nvPr userDrawn="1"/>
        </p:nvSpPr>
        <p:spPr>
          <a:xfrm>
            <a:off x="711200" y="6019800"/>
            <a:ext cx="16865600" cy="9525"/>
          </a:xfrm>
          <a:prstGeom prst="rect">
            <a:avLst/>
          </a:prstGeom>
          <a:solidFill>
            <a:srgbClr val="AAC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tbl121"/>
          <p:cNvSpPr>
            <a:spLocks noGrp="1"/>
          </p:cNvSpPr>
          <p:nvPr>
            <p:ph type="tbl" idx="10"/>
          </p:nvPr>
        </p:nvSpPr>
        <p:spPr>
          <a:xfrm>
            <a:off x="711200" y="2667000"/>
            <a:ext cx="16865600" cy="3352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C8DA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175000"/>
            <a:ext cx="1143000" cy="139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“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0"/>
          </p:nvPr>
        </p:nvSpPr>
        <p:spPr>
          <a:xfrm>
            <a:off x="1600200" y="3683000"/>
            <a:ext cx="1508760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800" b="0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quotation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1600200" y="6604000"/>
            <a:ext cx="1143000" cy="3810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body104"/>
          <p:cNvSpPr>
            <a:spLocks noGrp="1"/>
          </p:cNvSpPr>
          <p:nvPr>
            <p:ph type="body" idx="11"/>
          </p:nvPr>
        </p:nvSpPr>
        <p:spPr>
          <a:xfrm>
            <a:off x="1600200" y="6921500"/>
            <a:ext cx="15087600" cy="508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Attribution · role</a:t>
            </a:r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6" name="sldNum106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101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x102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3" name="sldNum103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rgbClr val="4B6F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101"/>
          <p:cNvSpPr>
            <a:spLocks noGrp="1"/>
          </p:cNvSpPr>
          <p:nvPr>
            <p:ph type="title"/>
          </p:nvPr>
        </p:nvSpPr>
        <p:spPr>
          <a:xfrm>
            <a:off x="711200" y="3810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ask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"/>
          </p:nvPr>
        </p:nvSpPr>
        <p:spPr>
          <a:xfrm>
            <a:off x="711200" y="5080000"/>
            <a:ext cx="1180592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1. Decision required
2. Owner and date</a:t>
            </a:r>
          </a:p>
        </p:txBody>
      </p:sp>
      <p:sp>
        <p:nvSpPr>
          <p:cNvPr id="103" name="tx103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201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202" name="body202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text</a:t>
            </a:r>
          </a:p>
        </p:txBody>
      </p:sp>
      <p:sp>
        <p:nvSpPr>
          <p:cNvPr id="203" name="dt203"/>
          <p:cNvSpPr>
            <a:spLocks noGrp="1"/>
          </p:cNvSpPr>
          <p:nvPr>
            <p:ph type="dt" idx="2"/>
          </p:nvPr>
        </p:nvSpPr>
        <p:spPr>
          <a:xfrm>
            <a:off x="711200" y="9804400"/>
            <a:ext cx="2540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4" name="ftr204"/>
          <p:cNvSpPr>
            <a:spLocks noGrp="1"/>
          </p:cNvSpPr>
          <p:nvPr>
            <p:ph type="ftr" idx="3"/>
          </p:nvPr>
        </p:nvSpPr>
        <p:spPr>
          <a:xfrm>
            <a:off x="3505200" y="9804400"/>
            <a:ext cx="105156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5" name="sldNum205"/>
          <p:cNvSpPr>
            <a:spLocks noGrp="1"/>
          </p:cNvSpPr>
          <p:nvPr>
            <p:ph type="sldNum" idx="4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58347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</p:sldLayoutIdLst>
  <p:hf sldNum="0" hdr="0" ftr="0" dt="0"/>
  <p:txStyles>
    <p:titleStyle>
      <a:lvl1pPr marL="0" indent="0" algn="l">
        <a:buNone/>
        <a:defRPr sz="3000">
          <a:solidFill>
            <a:srgbClr val="22333D"/>
          </a:solidFill>
          <a:latin typeface="Arial"/>
          <a:ea typeface="微軟正黑體"/>
          <a:cs typeface="Arial"/>
        </a:defRPr>
      </a:lvl1pPr>
    </p:titleStyle>
    <p:bodyStyle>
      <a:lvl1pPr marL="205740" indent="-205740" algn="l">
        <a:buChar char="•"/>
        <a:defRPr sz="1800">
          <a:solidFill>
            <a:srgbClr val="22333D"/>
          </a:solidFill>
          <a:latin typeface="Arial"/>
          <a:ea typeface="微軟正黑體"/>
          <a:cs typeface="Arial"/>
        </a:defRPr>
      </a:lvl1pPr>
      <a:lvl2pPr marL="411480" indent="-205740" algn="l">
        <a:buChar char="•"/>
        <a:defRPr sz="1600">
          <a:solidFill>
            <a:srgbClr val="3B576A"/>
          </a:solidFill>
          <a:latin typeface="Arial"/>
          <a:ea typeface="微軟正黑體"/>
          <a:cs typeface="Arial"/>
        </a:defRPr>
      </a:lvl2pPr>
      <a:lvl3pPr marL="617220" indent="-205740" algn="l">
        <a:buChar char="•"/>
        <a:defRPr sz="1500">
          <a:solidFill>
            <a:srgbClr val="3B576A"/>
          </a:solidFill>
          <a:latin typeface="Arial"/>
          <a:ea typeface="微軟正黑體"/>
          <a:cs typeface="Arial"/>
        </a:defRPr>
      </a:lvl3pPr>
      <a:lvl4pPr marL="822960" indent="-205740" algn="l">
        <a:buChar char="•"/>
        <a:defRPr sz="1400">
          <a:solidFill>
            <a:srgbClr val="3B576A"/>
          </a:solidFill>
          <a:latin typeface="Arial"/>
          <a:ea typeface="微軟正黑體"/>
          <a:cs typeface="Arial"/>
        </a:defRPr>
      </a:lvl4pPr>
      <a:lvl5pPr marL="1028700" indent="-205740" algn="l">
        <a:buChar char="•"/>
        <a:defRPr sz="1300">
          <a:solidFill>
            <a:srgbClr val="3B576A"/>
          </a:solidFill>
          <a:latin typeface="Arial"/>
          <a:ea typeface="微軟正黑體"/>
          <a:cs typeface="Arial"/>
        </a:defRPr>
      </a:lvl5pPr>
      <a:lvl6pPr marL="1234440" indent="-205740" algn="l">
        <a:buChar char="•"/>
        <a:defRPr sz="1300">
          <a:solidFill>
            <a:srgbClr val="3B576A"/>
          </a:solidFill>
          <a:latin typeface="Arial"/>
          <a:ea typeface="微軟正黑體"/>
          <a:cs typeface="Arial"/>
        </a:defRPr>
      </a:lvl6pPr>
      <a:lvl7pPr marL="1440180" indent="-205740" algn="l">
        <a:buChar char="•"/>
        <a:defRPr sz="1300">
          <a:solidFill>
            <a:srgbClr val="3B576A"/>
          </a:solidFill>
          <a:latin typeface="Arial"/>
          <a:ea typeface="微軟正黑體"/>
          <a:cs typeface="Arial"/>
        </a:defRPr>
      </a:lvl7pPr>
      <a:lvl8pPr marL="1645920" indent="-205740" algn="l">
        <a:buChar char="•"/>
        <a:defRPr sz="1300">
          <a:solidFill>
            <a:srgbClr val="3B576A"/>
          </a:solidFill>
          <a:latin typeface="Arial"/>
          <a:ea typeface="微軟正黑體"/>
          <a:cs typeface="Arial"/>
        </a:defRPr>
      </a:lvl8pPr>
      <a:lvl9pPr marL="1851660" indent="-205740" algn="l">
        <a:buChar char="•"/>
        <a:defRPr sz="1300">
          <a:solidFill>
            <a:srgbClr val="3B576A"/>
          </a:solidFill>
          <a:latin typeface="Arial"/>
          <a:ea typeface="微軟正黑體"/>
          <a:cs typeface="Arial"/>
        </a:defRPr>
      </a:lvl9pPr>
    </p:bodyStyle>
    <p:otherStyle>
      <a:lvl1pPr marL="0" indent="0" algn="l">
        <a:buNone/>
        <a:defRPr sz="1300">
          <a:solidFill>
            <a:srgbClr val="3B576A"/>
          </a:solidFill>
          <a:latin typeface="Arial"/>
          <a:ea typeface="微軟正黑體"/>
          <a:cs typeface="Arial"/>
        </a:defRPr>
      </a:lvl1pPr>
      <a:lvl2pPr marL="0" indent="0" algn="l">
        <a:buNone/>
        <a:defRPr sz="1300">
          <a:solidFill>
            <a:srgbClr val="3B576A"/>
          </a:solidFill>
          <a:latin typeface="Arial"/>
          <a:ea typeface="微軟正黑體"/>
          <a:cs typeface="Arial"/>
        </a:defRPr>
      </a:lvl2pPr>
      <a:lvl3pPr marL="0" indent="0" algn="l">
        <a:buNone/>
        <a:defRPr sz="1300">
          <a:solidFill>
            <a:srgbClr val="3B576A"/>
          </a:solidFill>
          <a:latin typeface="Arial"/>
          <a:ea typeface="微軟正黑體"/>
          <a:cs typeface="Arial"/>
        </a:defRPr>
      </a:lvl3pPr>
      <a:lvl4pPr marL="0" indent="0" algn="l">
        <a:buNone/>
        <a:defRPr sz="1300">
          <a:solidFill>
            <a:srgbClr val="3B576A"/>
          </a:solidFill>
          <a:latin typeface="Arial"/>
          <a:ea typeface="微軟正黑體"/>
          <a:cs typeface="Arial"/>
        </a:defRPr>
      </a:lvl4pPr>
      <a:lvl5pPr marL="0" indent="0" algn="l">
        <a:buNone/>
        <a:defRPr sz="1300">
          <a:solidFill>
            <a:srgbClr val="3B576A"/>
          </a:solidFill>
          <a:latin typeface="Arial"/>
          <a:ea typeface="微軟正黑體"/>
          <a:cs typeface="Arial"/>
        </a:defRPr>
      </a:lvl5pPr>
      <a:lvl6pPr marL="0" indent="0" algn="l">
        <a:buNone/>
        <a:defRPr sz="1300">
          <a:solidFill>
            <a:srgbClr val="3B576A"/>
          </a:solidFill>
          <a:latin typeface="Arial"/>
          <a:ea typeface="微軟正黑體"/>
          <a:cs typeface="Arial"/>
        </a:defRPr>
      </a:lvl6pPr>
      <a:lvl7pPr marL="0" indent="0" algn="l">
        <a:buNone/>
        <a:defRPr sz="1300">
          <a:solidFill>
            <a:srgbClr val="3B576A"/>
          </a:solidFill>
          <a:latin typeface="Arial"/>
          <a:ea typeface="微軟正黑體"/>
          <a:cs typeface="Arial"/>
        </a:defRPr>
      </a:lvl7pPr>
      <a:lvl8pPr marL="0" indent="0" algn="l">
        <a:buNone/>
        <a:defRPr sz="1300">
          <a:solidFill>
            <a:srgbClr val="3B576A"/>
          </a:solidFill>
          <a:latin typeface="Arial"/>
          <a:ea typeface="微軟正黑體"/>
          <a:cs typeface="Arial"/>
        </a:defRPr>
      </a:lvl8pPr>
      <a:lvl9pPr marL="0" indent="0" algn="l">
        <a:buNone/>
        <a:defRPr sz="1300">
          <a:solidFill>
            <a:srgbClr val="3B576A"/>
          </a:solidFill>
          <a:latin typeface="Arial"/>
          <a:ea typeface="微軟正黑體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Yukima 雪間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 b="0">
                <a:solidFill>
                  <a:srgbClr val="FFFFFF"/>
                </a:solidFill>
                <a:latin typeface="Arial"/>
                <a:ea typeface="微軟正黑體"/>
              </a:rPr>
              <a:t>Layout catalogue · 19 named layouts · 1440 × 810 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[10] Text Placeholder 2 · 72,230 · 399×54pt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[11] Text Placeholder 3 · 520,230 · 399×54pt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[41] Text Placeholder 4 · 968,230 · 399×54pt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[2] Text Placeholder 1 · 56,300 · 120×60pt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Divider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[1] Text Placeholder 3 · 56,470 · 797×50pt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and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[1] Text Placeholder 2 · 56,172 · 1328×520pt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Two-Column Compare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[10] Text Placeholder 2 · 72,230 · 624×448pt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[11] Text Placeholder 3 · 744,230 · 624×448pt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Number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[10] Text Placeholder 2 · 56,212 · 611×200pt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[41] Text Placeholder 3 · 56,422 · 611×30pt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[11] Text Placeholder 4 · 773,212 · 611×280pt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Dashboard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[10] Text Placeholder 2 · 72,194 · 287×74pt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[14] Text Placeholder 3 · 72,280 · 287×26pt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[18] Text Placeholder 4 · 72,312 · 287×44pt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[11] Text Placeholder 5 · 408,194 · 287×74pt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[15] Text Placeholder 6 · 408,280 · 287×26pt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[19] Text Placeholder 7 · 408,312 · 287×44pt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[41] Text Placeholder 8 · 744,194 · 287×74pt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[16] Text Placeholder 9 · 744,280 · 287×26pt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[20] Text Placeholder 10 · 744,312 · 287×44pt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[13] Text Placeholder 11 · 1080,194 · 287×74pt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[17] Text Placeholder 12 · 1080,280 · 287×26pt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[21] Text Placeholder 13 · 1080,312 · 287×44pt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[30] Text Placeholder 14 · 72,720 · 1296×30pt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with Takeaway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0"/>
          </p:nvPr>
        </p:nvSpPr>
        <p:spPr/>
        <p:txBody>
          <a:bodyPr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[10] Chart Placeholder 2 · 56,172 · 1328×424pt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[11] Text Placeholder 3 · 72,618 · 1296×30pt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+ Commentary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0"/>
          </p:nvPr>
        </p:nvSpPr>
        <p:spPr/>
        <p:txBody>
          <a:bodyPr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[10] Chart Placeholder 2 · 56,172 · 823×490pt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[11] Text Placeholder 3 · 912,224 · 456×420pt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Table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0"/>
          </p:nvPr>
        </p:nvSpPr>
        <p:spPr/>
        <p:txBody>
          <a:bodyPr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[10] Table Placeholder 2 · 56,172 · 1328×480pt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 Frame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0"/>
          </p:nvPr>
        </p:nvSpPr>
        <p:spPr/>
        <p:txBody>
          <a:bodyPr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[10] SmartArt Placeholder 2 · 72,188 · 1296×428pt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[11] Text Placeholder 3 · 56,646 · 1328×34pt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with Caption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/>
          </p:nvPr>
        </p:nvSpPr>
        <p:spPr/>
        <p:txBody>
          <a:bodyPr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[10] Picture Placeholder 2 · 56,172 · 770×520pt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[11] Text Placeholder 3 · 859,172 · 525×480pt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[10] Text Placeholder 2 · 162,188 · 208×208pt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[11] Text Placeholder 3 · 402,188 · 208×208pt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[41] Text Placeholder 4 · 162,428 · 208×208pt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[13] Text Placeholder 5 · 402,428 · 208×208pt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Detail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[10] Text Placeholder 2 · 72,220 · 624×190pt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[11] Text Placeholder 3 · 744,220 · 624×190pt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[41] Text Placeholder 4 · 72,488 · 624×190pt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[13] Text Placeholder 5 · 744,488 · 624×190pt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Status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[10] Text Placeholder 2 · 72,184 · 398×30pt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[11] Text Placeholder 3 · 508,184 · 823×95pt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[41] Text Placeholder 4 · 72,309 · 398×30pt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[13] Text Placeholder 5 · 508,309 · 823×95pt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[14] Text Placeholder 6 · 72,434 · 398×30pt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[15] Text Placeholder 7 · 508,434 · 823×95pt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[16] Text Placeholder 8 · 72,559 · 398×30pt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[17] Text Placeholder 9 · 508,559 · 823×95pt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0"/>
          </p:nvPr>
        </p:nvSpPr>
        <p:spPr/>
        <p:txBody>
          <a:bodyPr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[10] Table Placeholder 2 · 56,210 · 1328×264pt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[10] Text Placeholder 1 · 126,290 · 1188×200pt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sz="1100" b="0">
                <a:solidFill>
                  <a:srgbClr val="3B576A"/>
                </a:solidFill>
                <a:latin typeface="Arial"/>
                <a:ea typeface="微軟正黑體"/>
              </a:rPr>
              <a:t>[11] Text Placeholder 2 · 126,545 · 1188×40pt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3B576A"/>
                </a:solidFill>
                <a:latin typeface="Arial"/>
              </a:rPr>
              <a:t>Quote  — no title placeholder; free canvas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3B576A"/>
                </a:solidFill>
                <a:latin typeface="Arial"/>
              </a:rPr>
              <a:t>Blank  — no title placeholder; free canvas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[1] Text Placeholder 2 · 56,400 · 930×200pt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609600"/>
            <a:ext cx="16865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spc="60">
                <a:solidFill>
                  <a:srgbClr val="4B6F87"/>
                </a:solidFill>
                <a:latin typeface="Arial"/>
                <a:ea typeface="微軟正黑體"/>
              </a:rPr>
              <a:t>色彩 · PALETTE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2333D"/>
                </a:solidFill>
                <a:latin typeface="Arial"/>
                <a:ea typeface="微軟正黑體"/>
              </a:rPr>
              <a:t>Palette — 60 / 30 / 10 by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22606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3B576A"/>
                </a:solidFill>
                <a:latin typeface="Arial"/>
                <a:ea typeface="微軟正黑體"/>
              </a:rPr>
              <a:t>60%  ·  THE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11200" y="2590800"/>
            <a:ext cx="2662766" cy="762000"/>
          </a:xfrm>
          <a:prstGeom prst="rect">
            <a:avLst/>
          </a:prstGeom>
          <a:solidFill>
            <a:srgbClr val="F1F6FA"/>
          </a:solidFill>
          <a:ln w="9525">
            <a:solidFill>
              <a:srgbClr val="3B57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1200" y="3429000"/>
            <a:ext cx="2662766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333D"/>
                </a:solidFill>
                <a:latin typeface="Arial"/>
                <a:ea typeface="微軟正黑體"/>
              </a:rPr>
              <a:t>kan-no-modori 寒の戻り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36576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#F1F6FA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38608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RGB  241  246  250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40640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51766" y="2590800"/>
            <a:ext cx="2662766" cy="762000"/>
          </a:xfrm>
          <a:prstGeom prst="rect">
            <a:avLst/>
          </a:prstGeom>
          <a:solidFill>
            <a:srgbClr val="F5F3F1"/>
          </a:solidFill>
          <a:ln w="9525">
            <a:solidFill>
              <a:srgbClr val="3B57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1766" y="3429000"/>
            <a:ext cx="2662766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333D"/>
                </a:solidFill>
                <a:latin typeface="Arial"/>
                <a:ea typeface="微軟正黑體"/>
              </a:rPr>
              <a:t>off-white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1766" y="36576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#F5F3F1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1766" y="38608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RGB  245  243  241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1766" y="40640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1.02 :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92333" y="2590800"/>
            <a:ext cx="2662766" cy="762000"/>
          </a:xfrm>
          <a:prstGeom prst="rect">
            <a:avLst/>
          </a:prstGeom>
          <a:solidFill>
            <a:srgbClr val="C8DAE8"/>
          </a:solidFill>
          <a:ln w="9525">
            <a:solidFill>
              <a:srgbClr val="3B57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2333" y="3429000"/>
            <a:ext cx="2662766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333D"/>
                </a:solidFill>
                <a:latin typeface="Arial"/>
                <a:ea typeface="微軟正黑體"/>
              </a:rPr>
              <a:t>yukidoke 雪解け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2333" y="36576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#C8DAE8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2333" y="38608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RGB  200  218  232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2333" y="40640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1.32 :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2900" y="2590800"/>
            <a:ext cx="2662766" cy="762000"/>
          </a:xfrm>
          <a:prstGeom prst="rect">
            <a:avLst/>
          </a:prstGeom>
          <a:solidFill>
            <a:srgbClr val="AACEE7"/>
          </a:solidFill>
          <a:ln w="9525">
            <a:solidFill>
              <a:srgbClr val="3B57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2900" y="3429000"/>
            <a:ext cx="2662766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333D"/>
                </a:solidFill>
                <a:latin typeface="Arial"/>
                <a:ea typeface="微軟正黑體"/>
              </a:rPr>
              <a:t>light blue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2900" y="36576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#AACEE7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2900" y="38608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RGB  170  206  231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2900" y="40640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1.52 :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073466" y="2590800"/>
            <a:ext cx="2662766" cy="762000"/>
          </a:xfrm>
          <a:prstGeom prst="rect">
            <a:avLst/>
          </a:prstGeom>
          <a:solidFill>
            <a:srgbClr val="CAD2C4"/>
          </a:solidFill>
          <a:ln w="9525">
            <a:solidFill>
              <a:srgbClr val="3B57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3466" y="3429000"/>
            <a:ext cx="2662766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333D"/>
                </a:solidFill>
                <a:latin typeface="Arial"/>
                <a:ea typeface="微軟正黑體"/>
              </a:rPr>
              <a:t>sage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3466" y="36576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#CAD2C4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3466" y="38608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RGB  202  210  196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3466" y="40640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1.43 :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914033" y="2590800"/>
            <a:ext cx="2662766" cy="762000"/>
          </a:xfrm>
          <a:prstGeom prst="rect">
            <a:avLst/>
          </a:prstGeom>
          <a:solidFill>
            <a:srgbClr val="E1EDD5"/>
          </a:solidFill>
          <a:ln w="9525">
            <a:solidFill>
              <a:srgbClr val="3B57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914033" y="3429000"/>
            <a:ext cx="2662766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333D"/>
                </a:solidFill>
                <a:latin typeface="Arial"/>
                <a:ea typeface="微軟正黑體"/>
              </a:rPr>
              <a:t>sankan-shion 三寒四温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14033" y="36576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#E1EDD5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14033" y="38608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RGB  225  237  213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914033" y="4064000"/>
            <a:ext cx="26627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1.12 :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44958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3B576A"/>
                </a:solidFill>
                <a:latin typeface="Arial"/>
                <a:ea typeface="微軟正黑體"/>
              </a:rPr>
              <a:t>30%  ·  THE SUPPORTING LAYER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1200" y="4826000"/>
            <a:ext cx="8343900" cy="762000"/>
          </a:xfrm>
          <a:prstGeom prst="rect">
            <a:avLst/>
          </a:prstGeom>
          <a:solidFill>
            <a:srgbClr val="22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1200" y="5664200"/>
            <a:ext cx="83439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333D"/>
                </a:solidFill>
                <a:latin typeface="Arial"/>
                <a:ea typeface="微軟正黑體"/>
              </a:rPr>
              <a:t>headline ink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200" y="58928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#22333D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200" y="60960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RGB  34  51  61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200" y="62992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12.00 :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2900" y="4826000"/>
            <a:ext cx="8343900" cy="762000"/>
          </a:xfrm>
          <a:prstGeom prst="rect">
            <a:avLst/>
          </a:prstGeom>
          <a:solidFill>
            <a:srgbClr val="3B5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2900" y="5664200"/>
            <a:ext cx="83439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333D"/>
                </a:solidFill>
                <a:latin typeface="Arial"/>
                <a:ea typeface="微軟正黑體"/>
              </a:rPr>
              <a:t>muted ink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2900" y="58928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#3B576A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2900" y="60960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RGB  59  87  106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2900" y="6299200"/>
            <a:ext cx="8343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7.00 :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200" y="6731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3B576A"/>
                </a:solidFill>
                <a:latin typeface="Arial"/>
                <a:ea typeface="微軟正黑體"/>
              </a:rPr>
              <a:t>10%  ·  THE ACCENT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1200" y="7061200"/>
            <a:ext cx="4083050" cy="762000"/>
          </a:xfrm>
          <a:prstGeom prst="rect">
            <a:avLst/>
          </a:prstGeom>
          <a:solidFill>
            <a:srgbClr val="4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1200" y="7899400"/>
            <a:ext cx="408305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333D"/>
                </a:solidFill>
                <a:latin typeface="Arial"/>
                <a:ea typeface="微軟正黑體"/>
              </a:rPr>
              <a:t>dark blue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1200" y="81280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#4B6F87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00" y="83312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RGB  75  111  135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1200" y="85344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4.92 : 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72050" y="7061200"/>
            <a:ext cx="4083050" cy="762000"/>
          </a:xfrm>
          <a:prstGeom prst="rect">
            <a:avLst/>
          </a:prstGeom>
          <a:solidFill>
            <a:srgbClr val="749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72050" y="7899400"/>
            <a:ext cx="408305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333D"/>
                </a:solidFill>
                <a:latin typeface="Arial"/>
                <a:ea typeface="微軟正黑體"/>
              </a:rPr>
              <a:t>mid blue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72050" y="81280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#7499BA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72050" y="83312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RGB  116  153  186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72050" y="85344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2.75 : 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32900" y="7061200"/>
            <a:ext cx="4083050" cy="762000"/>
          </a:xfrm>
          <a:prstGeom prst="rect">
            <a:avLst/>
          </a:prstGeom>
          <a:solidFill>
            <a:srgbClr val="55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32900" y="7899400"/>
            <a:ext cx="408305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333D"/>
                </a:solidFill>
                <a:latin typeface="Arial"/>
                <a:ea typeface="微軟正黑體"/>
              </a:rPr>
              <a:t>tokiwagi 常磐木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32900" y="81280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#558860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2900" y="83312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RGB  85  136  96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32900" y="85344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3.80 : 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493750" y="7061200"/>
            <a:ext cx="4083050" cy="762000"/>
          </a:xfrm>
          <a:prstGeom prst="rect">
            <a:avLst/>
          </a:prstGeom>
          <a:solidFill>
            <a:srgbClr val="4D7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493750" y="7899400"/>
            <a:ext cx="408305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333D"/>
                </a:solidFill>
                <a:latin typeface="Arial"/>
                <a:ea typeface="微軟正黑體"/>
              </a:rPr>
              <a:t>text-safe tokiwagi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493750" y="81280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#4D7B57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493750" y="83312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RGB  77  123  87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493750" y="8534400"/>
            <a:ext cx="408305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3B576A"/>
                </a:solidFill>
                <a:latin typeface="Arial"/>
                <a:ea typeface="微軟正黑體"/>
              </a:rPr>
              <a:t>4.50 :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609600"/>
            <a:ext cx="168656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spc="60">
                <a:solidFill>
                  <a:srgbClr val="4B6F87"/>
                </a:solidFill>
                <a:latin typeface="Arial"/>
                <a:ea typeface="微軟正黑體"/>
              </a:rPr>
              <a:t>字體 ·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965200"/>
            <a:ext cx="16865600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2333D"/>
                </a:solidFill>
                <a:latin typeface="Arial"/>
                <a:ea typeface="微軟正黑體"/>
              </a:rPr>
              <a:t>Chart series, and type that survives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22606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3B576A"/>
                </a:solidFill>
                <a:latin typeface="Arial"/>
                <a:ea typeface="微軟正黑體"/>
              </a:rPr>
              <a:t>CHART SERIES,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1200" y="2590800"/>
            <a:ext cx="2683933" cy="558800"/>
          </a:xfrm>
          <a:prstGeom prst="rect">
            <a:avLst/>
          </a:prstGeom>
          <a:solidFill>
            <a:srgbClr val="86B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1200" y="3225800"/>
            <a:ext cx="26839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2333D"/>
                </a:solidFill>
                <a:latin typeface="Arial"/>
                <a:ea typeface="微軟正黑體"/>
              </a:rPr>
              <a:t>moegi 萌黄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3429000"/>
            <a:ext cx="26839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B576A"/>
                </a:solidFill>
                <a:latin typeface="Arial"/>
                <a:ea typeface="微軟正黑體"/>
              </a:rPr>
              <a:t>#86B655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3632200"/>
            <a:ext cx="26839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B576A"/>
                </a:solidFill>
                <a:latin typeface="Arial"/>
                <a:ea typeface="微軟正黑體"/>
              </a:rPr>
              <a:t>RGB  134  182  85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7533" y="2590800"/>
            <a:ext cx="2683933" cy="558800"/>
          </a:xfrm>
          <a:prstGeom prst="rect">
            <a:avLst/>
          </a:prstGeom>
          <a:solidFill>
            <a:srgbClr val="9A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533" y="3225800"/>
            <a:ext cx="26839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2333D"/>
                </a:solidFill>
                <a:latin typeface="Arial"/>
                <a:ea typeface="微軟正黑體"/>
              </a:rPr>
              <a:t>olive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533" y="3429000"/>
            <a:ext cx="26839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B576A"/>
                </a:solidFill>
                <a:latin typeface="Arial"/>
                <a:ea typeface="微軟正黑體"/>
              </a:rPr>
              <a:t>#9A9641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533" y="3632200"/>
            <a:ext cx="26839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B576A"/>
                </a:solidFill>
                <a:latin typeface="Arial"/>
                <a:ea typeface="微軟正黑體"/>
              </a:rPr>
              <a:t>RGB  154  150  65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83866" y="2590800"/>
            <a:ext cx="2683933" cy="558800"/>
          </a:xfrm>
          <a:prstGeom prst="rect">
            <a:avLst/>
          </a:prstGeom>
          <a:solidFill>
            <a:srgbClr val="7C7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3866" y="3225800"/>
            <a:ext cx="26839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2333D"/>
                </a:solidFill>
                <a:latin typeface="Arial"/>
                <a:ea typeface="微軟正黑體"/>
              </a:rPr>
              <a:t>ikoi 憩い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3866" y="3429000"/>
            <a:ext cx="26839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B576A"/>
                </a:solidFill>
                <a:latin typeface="Arial"/>
                <a:ea typeface="微軟正黑體"/>
              </a:rPr>
              <a:t>#7C754F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3866" y="3632200"/>
            <a:ext cx="26839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B576A"/>
                </a:solidFill>
                <a:latin typeface="Arial"/>
                <a:ea typeface="微軟正黑體"/>
              </a:rPr>
              <a:t>RGB  124  117  79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20200" y="2590800"/>
            <a:ext cx="2683933" cy="558800"/>
          </a:xfrm>
          <a:prstGeom prst="rect">
            <a:avLst/>
          </a:prstGeom>
          <a:solidFill>
            <a:srgbClr val="BD7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0200" y="3225800"/>
            <a:ext cx="26839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2333D"/>
                </a:solidFill>
                <a:latin typeface="Arial"/>
                <a:ea typeface="微軟正黑體"/>
              </a:rPr>
              <a:t>ochre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3429000"/>
            <a:ext cx="26839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B576A"/>
                </a:solidFill>
                <a:latin typeface="Arial"/>
                <a:ea typeface="微軟正黑體"/>
              </a:rPr>
              <a:t>#BD7E1A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0200" y="3632200"/>
            <a:ext cx="26839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B576A"/>
                </a:solidFill>
                <a:latin typeface="Arial"/>
                <a:ea typeface="微軟正黑體"/>
              </a:rPr>
              <a:t>RGB  189  126  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56533" y="2590800"/>
            <a:ext cx="2683933" cy="558800"/>
          </a:xfrm>
          <a:prstGeom prst="rect">
            <a:avLst/>
          </a:prstGeom>
          <a:solidFill>
            <a:srgbClr val="D2A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56533" y="3225800"/>
            <a:ext cx="26839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2333D"/>
                </a:solidFill>
                <a:latin typeface="Arial"/>
                <a:ea typeface="微軟正黑體"/>
              </a:rPr>
              <a:t>gold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56533" y="3429000"/>
            <a:ext cx="26839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B576A"/>
                </a:solidFill>
                <a:latin typeface="Arial"/>
                <a:ea typeface="微軟正黑體"/>
              </a:rPr>
              <a:t>#D2AD52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56533" y="3632200"/>
            <a:ext cx="26839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B576A"/>
                </a:solidFill>
                <a:latin typeface="Arial"/>
                <a:ea typeface="微軟正黑體"/>
              </a:rPr>
              <a:t>RGB  210  173  82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892866" y="2590800"/>
            <a:ext cx="2683933" cy="558800"/>
          </a:xfrm>
          <a:prstGeom prst="rect">
            <a:avLst/>
          </a:prstGeom>
          <a:solidFill>
            <a:srgbClr val="5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892866" y="3225800"/>
            <a:ext cx="26839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2333D"/>
                </a:solidFill>
                <a:latin typeface="Arial"/>
                <a:ea typeface="微軟正黑體"/>
              </a:rPr>
              <a:t>slate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92866" y="3429000"/>
            <a:ext cx="26839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B576A"/>
                </a:solidFill>
                <a:latin typeface="Arial"/>
                <a:ea typeface="微軟正黑體"/>
              </a:rPr>
              <a:t>#5F7890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92866" y="3632200"/>
            <a:ext cx="2683933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3B576A"/>
                </a:solidFill>
                <a:latin typeface="Arial"/>
                <a:ea typeface="微軟正黑體"/>
              </a:rPr>
              <a:t>RGB  95  120  144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4445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100">
                <a:solidFill>
                  <a:srgbClr val="3B576A"/>
                </a:solidFill>
                <a:latin typeface="Arial"/>
                <a:ea typeface="微軟正黑體"/>
              </a:rPr>
              <a:t>TYPE — WINDOWS · MACOS · WEB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1200" y="47752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1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4B6F87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35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4B6F87"/>
                </a:solidFill>
                <a:latin typeface="Arial"/>
                <a:ea typeface="微軟正黑體"/>
              </a:rPr>
              <a:t>Windows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13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4B6F87"/>
                </a:solidFill>
                <a:latin typeface="Arial"/>
                <a:ea typeface="微軟正黑體"/>
              </a:rPr>
              <a:t>macOS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1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4B6F87"/>
                </a:solidFill>
                <a:latin typeface="Arial"/>
                <a:ea typeface="微軟正黑體"/>
              </a:rPr>
              <a:t>Web font 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23200" y="48768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4B6F87"/>
                </a:solidFill>
                <a:latin typeface="Arial"/>
                <a:ea typeface="微軟正黑體"/>
              </a:rPr>
              <a:t>CSS stack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1200" y="5105400"/>
            <a:ext cx="16865600" cy="9525"/>
          </a:xfrm>
          <a:prstGeom prst="rect">
            <a:avLst/>
          </a:prstGeom>
          <a:solidFill>
            <a:srgbClr val="3B5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1200" y="51816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333D"/>
                </a:solidFill>
                <a:latin typeface="Arial"/>
                <a:ea typeface="微軟正黑體"/>
              </a:rPr>
              <a:t>Latin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35200" y="51816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B576A"/>
                </a:solidFill>
                <a:latin typeface="Arial"/>
                <a:ea typeface="微軟正黑體"/>
              </a:rPr>
              <a:t>Arial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13200" y="51816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B576A"/>
                </a:solidFill>
                <a:latin typeface="Arial"/>
                <a:ea typeface="微軟正黑體"/>
              </a:rPr>
              <a:t>Arial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91200" y="5181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B576A"/>
                </a:solidFill>
                <a:latin typeface="Arial"/>
                <a:ea typeface="微軟正黑體"/>
              </a:rPr>
              <a:t>Arial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23200" y="5181600"/>
            <a:ext cx="975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B576A"/>
                </a:solidFill>
                <a:latin typeface="Arial"/>
                <a:ea typeface="微軟正黑體"/>
              </a:rPr>
              <a:t>Arial, Helvetica, "Liberation Sans", sans-serif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1200" y="5537200"/>
            <a:ext cx="16865600" cy="9525"/>
          </a:xfrm>
          <a:prstGeom prst="rect">
            <a:avLst/>
          </a:prstGeom>
          <a:solidFill>
            <a:srgbClr val="3B5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1200" y="56134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333D"/>
                </a:solidFill>
                <a:latin typeface="Arial"/>
                <a:ea typeface="微軟正黑體"/>
              </a:rPr>
              <a:t>中文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35200" y="56134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B576A"/>
                </a:solidFill>
                <a:latin typeface="Arial"/>
                <a:ea typeface="微軟正黑體"/>
              </a:rPr>
              <a:t>微軟正黑體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13200" y="56134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B576A"/>
                </a:solidFill>
                <a:latin typeface="Arial"/>
                <a:ea typeface="微軟正黑體"/>
              </a:rPr>
              <a:t>PingFang TC 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91200" y="56134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B576A"/>
                </a:solidFill>
                <a:latin typeface="Arial"/>
                <a:ea typeface="微軟正黑體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23200" y="5613400"/>
            <a:ext cx="975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B576A"/>
                </a:solidFill>
                <a:latin typeface="Arial"/>
                <a:ea typeface="微軟正黑體"/>
              </a:rPr>
              <a:t>"PingFang TC", "Microsoft JhengHei", "Noto Sans TC", sans-serif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1200" y="5969000"/>
            <a:ext cx="16865600" cy="9525"/>
          </a:xfrm>
          <a:prstGeom prst="rect">
            <a:avLst/>
          </a:prstGeom>
          <a:solidFill>
            <a:srgbClr val="3B57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1200" y="60452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333D"/>
                </a:solidFill>
                <a:latin typeface="Arial"/>
                <a:ea typeface="微軟正黑體"/>
              </a:rPr>
              <a:t>Mono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35200" y="6045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B576A"/>
                </a:solidFill>
                <a:latin typeface="Arial"/>
                <a:ea typeface="微軟正黑體"/>
              </a:rPr>
              <a:t>Consolas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13200" y="60452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B576A"/>
                </a:solidFill>
                <a:latin typeface="Arial"/>
                <a:ea typeface="微軟正黑體"/>
              </a:rPr>
              <a:t>Menlo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91200" y="60452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B576A"/>
                </a:solidFill>
                <a:latin typeface="Arial"/>
                <a:ea typeface="微軟正黑體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23200" y="6045200"/>
            <a:ext cx="9753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B576A"/>
                </a:solidFill>
                <a:latin typeface="Arial"/>
                <a:ea typeface="微軟正黑體"/>
              </a:rPr>
              <a:t>Consolas, Menlo, "SF Mono", ui-monospace, monospace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1200" y="6654800"/>
            <a:ext cx="168656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3B576A"/>
                </a:solidFill>
                <a:latin typeface="Arial"/>
                <a:ea typeface="微軟正黑體"/>
              </a:rPr>
              <a:t>*  微軟正黑體 ships with Windows only. macOS substitutes — PingFang TC is the close equivalent, Heiti TC on older systems — and no browser has it, so the web stack leads with PingFang TC and falls back to Noto Sans TC. A .pptx run carries exactly one latin face and one east-asian face, with no fallback list: this deck sets latin=Arial, ea=微軟正黑體, and PowerPoint on macOS does the substitution itself.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ukima">
  <a:themeElements>
    <a:clrScheme name="Yukima">
      <a:dk1>
        <a:srgbClr val="22333D"/>
      </a:dk1>
      <a:lt1>
        <a:srgbClr val="F1F6FA"/>
      </a:lt1>
      <a:dk2>
        <a:srgbClr val="3B576A"/>
      </a:dk2>
      <a:lt2>
        <a:srgbClr val="C8DAE8"/>
      </a:lt2>
      <a:accent1>
        <a:srgbClr val="4B6F87"/>
      </a:accent1>
      <a:accent2>
        <a:srgbClr val="558860"/>
      </a:accent2>
      <a:accent3>
        <a:srgbClr val="86B655"/>
      </a:accent3>
      <a:accent4>
        <a:srgbClr val="9A9641"/>
      </a:accent4>
      <a:accent5>
        <a:srgbClr val="BD7E1A"/>
      </a:accent5>
      <a:accent6>
        <a:srgbClr val="CAD2C4"/>
      </a:accent6>
      <a:hlink>
        <a:srgbClr val="4B6F87"/>
      </a:hlink>
      <a:folHlink>
        <a:srgbClr val="3B576A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Yukima template</dc:title>
  <dc:creator>house-style</dc:creator>
  <cp:lastModifiedBy>house-style</cp:lastModifiedBy>
  <cp:revision>1</cp:revision>
</cp:coreProperties>
</file>